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 id="2147483669" r:id="rId3"/>
    <p:sldMasterId id="2147483703" r:id="rId4"/>
    <p:sldMasterId id="2147483709" r:id="rId5"/>
    <p:sldMasterId id="2147483713" r:id="rId6"/>
  </p:sldMasterIdLst>
  <p:notesMasterIdLst>
    <p:notesMasterId r:id="rId54"/>
  </p:notesMasterIdLst>
  <p:sldIdLst>
    <p:sldId id="256" r:id="rId7"/>
    <p:sldId id="322" r:id="rId8"/>
    <p:sldId id="350" r:id="rId9"/>
    <p:sldId id="351" r:id="rId10"/>
    <p:sldId id="355" r:id="rId11"/>
    <p:sldId id="352" r:id="rId12"/>
    <p:sldId id="353" r:id="rId13"/>
    <p:sldId id="356" r:id="rId14"/>
    <p:sldId id="362" r:id="rId15"/>
    <p:sldId id="363" r:id="rId16"/>
    <p:sldId id="361" r:id="rId17"/>
    <p:sldId id="364" r:id="rId18"/>
    <p:sldId id="358" r:id="rId19"/>
    <p:sldId id="328" r:id="rId20"/>
    <p:sldId id="367" r:id="rId21"/>
    <p:sldId id="368" r:id="rId22"/>
    <p:sldId id="366" r:id="rId23"/>
    <p:sldId id="369" r:id="rId24"/>
    <p:sldId id="365" r:id="rId25"/>
    <p:sldId id="354" r:id="rId26"/>
    <p:sldId id="327" r:id="rId27"/>
    <p:sldId id="329" r:id="rId28"/>
    <p:sldId id="330" r:id="rId29"/>
    <p:sldId id="333" r:id="rId30"/>
    <p:sldId id="335" r:id="rId31"/>
    <p:sldId id="336" r:id="rId32"/>
    <p:sldId id="337" r:id="rId33"/>
    <p:sldId id="338" r:id="rId34"/>
    <p:sldId id="339" r:id="rId35"/>
    <p:sldId id="340" r:id="rId36"/>
    <p:sldId id="341" r:id="rId37"/>
    <p:sldId id="342" r:id="rId38"/>
    <p:sldId id="343" r:id="rId39"/>
    <p:sldId id="344" r:id="rId40"/>
    <p:sldId id="347" r:id="rId41"/>
    <p:sldId id="346" r:id="rId42"/>
    <p:sldId id="348" r:id="rId43"/>
    <p:sldId id="349" r:id="rId44"/>
    <p:sldId id="359" r:id="rId45"/>
    <p:sldId id="360" r:id="rId46"/>
    <p:sldId id="305" r:id="rId47"/>
    <p:sldId id="306" r:id="rId48"/>
    <p:sldId id="307" r:id="rId49"/>
    <p:sldId id="310" r:id="rId50"/>
    <p:sldId id="311" r:id="rId51"/>
    <p:sldId id="312" r:id="rId52"/>
    <p:sldId id="319" r:id="rId53"/>
  </p:sldIdLst>
  <p:sldSz cx="12192000" cy="6858000"/>
  <p:notesSz cx="6858000" cy="9144000"/>
  <p:embeddedFontLst>
    <p:embeddedFont>
      <p:font typeface="Inter" panose="020B0604020202020204" charset="0"/>
      <p:regular r:id="rId55"/>
      <p:bold r:id="rId56"/>
      <p:italic r:id="rId57"/>
      <p:boldItalic r:id="rId58"/>
    </p:embeddedFont>
    <p:embeddedFont>
      <p:font typeface="Inter Light" panose="020B0604020202020204" charset="0"/>
      <p:regular r:id="rId59"/>
      <p:bold r:id="rId60"/>
      <p:italic r:id="rId61"/>
      <p:boldItalic r:id="rId62"/>
    </p:embeddedFont>
    <p:embeddedFont>
      <p:font typeface="Inter Medium" panose="020B0604020202020204" charset="0"/>
      <p:regular r:id="rId63"/>
      <p:bold r:id="rId64"/>
      <p:italic r:id="rId65"/>
      <p:boldItalic r:id="rId66"/>
    </p:embeddedFont>
    <p:embeddedFont>
      <p:font typeface="Space Grotesk" panose="020B0604020202020204" charset="0"/>
      <p:regular r:id="rId67"/>
      <p:bold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jJoaLriaOMmlxGY/qukpmvcNRS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8AB19C-3810-4D6E-9529-5B95086DB3ED}" v="126" dt="2026-05-12T12:02:59.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755" autoAdjust="0"/>
  </p:normalViewPr>
  <p:slideViewPr>
    <p:cSldViewPr snapToGrid="0">
      <p:cViewPr varScale="1">
        <p:scale>
          <a:sx n="81" d="100"/>
          <a:sy n="81" d="100"/>
        </p:scale>
        <p:origin x="1632"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9.fntdata"/><Relationship Id="rId68" Type="http://schemas.openxmlformats.org/officeDocument/2006/relationships/font" Target="fonts/font14.fntdata"/><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font" Target="fonts/font4.fntdata"/><Relationship Id="rId66" Type="http://schemas.openxmlformats.org/officeDocument/2006/relationships/font" Target="fonts/font12.fntdata"/><Relationship Id="rId102" Type="http://schemas.microsoft.com/office/2015/10/relationships/revisionInfo" Target="revisionInfo.xml"/><Relationship Id="rId5" Type="http://schemas.openxmlformats.org/officeDocument/2006/relationships/slideMaster" Target="slideMasters/slideMaster5.xml"/><Relationship Id="rId61" Type="http://schemas.openxmlformats.org/officeDocument/2006/relationships/font" Target="fonts/font7.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font" Target="fonts/font2.fntdata"/><Relationship Id="rId64" Type="http://schemas.openxmlformats.org/officeDocument/2006/relationships/font" Target="fonts/font10.fntdata"/><Relationship Id="rId100"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98"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notesMaster" Target="notesMasters/notesMaster1.xml"/><Relationship Id="rId62" Type="http://schemas.openxmlformats.org/officeDocument/2006/relationships/font" Target="fonts/font8.fntdata"/><Relationship Id="rId96"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font" Target="fonts/font3.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font" Target="fonts/font6.fntdata"/><Relationship Id="rId65" Type="http://schemas.openxmlformats.org/officeDocument/2006/relationships/font" Target="fonts/font11.fntdata"/><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font" Target="fonts/font1.fntdata"/><Relationship Id="rId97" Type="http://schemas.openxmlformats.org/officeDocument/2006/relationships/presProps" Target="presProps.xml"/><Relationship Id="rId7"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ila Iñigo de la Cruz" userId="fae4ed0d-52e1-4e8b-ac73-77e0b7235c9a" providerId="ADAL" clId="{1E9E03C1-E5D4-4BEC-8EBD-C4DD5262B379}"/>
    <pc:docChg chg="undo custSel addSld delSld modSld sldOrd delMainMaster modMainMaster">
      <pc:chgData name="Leila Iñigo de la Cruz" userId="fae4ed0d-52e1-4e8b-ac73-77e0b7235c9a" providerId="ADAL" clId="{1E9E03C1-E5D4-4BEC-8EBD-C4DD5262B379}" dt="2026-05-12T12:14:27.298" v="6403" actId="1076"/>
      <pc:docMkLst>
        <pc:docMk/>
      </pc:docMkLst>
      <pc:sldChg chg="addSp delSp modSp mod setBg">
        <pc:chgData name="Leila Iñigo de la Cruz" userId="fae4ed0d-52e1-4e8b-ac73-77e0b7235c9a" providerId="ADAL" clId="{1E9E03C1-E5D4-4BEC-8EBD-C4DD5262B379}" dt="2026-05-11T12:55:07.728" v="5015"/>
        <pc:sldMkLst>
          <pc:docMk/>
          <pc:sldMk cId="0" sldId="256"/>
        </pc:sldMkLst>
        <pc:spChg chg="add mod">
          <ac:chgData name="Leila Iñigo de la Cruz" userId="fae4ed0d-52e1-4e8b-ac73-77e0b7235c9a" providerId="ADAL" clId="{1E9E03C1-E5D4-4BEC-8EBD-C4DD5262B379}" dt="2026-05-07T07:19:03.827" v="206" actId="122"/>
          <ac:spMkLst>
            <pc:docMk/>
            <pc:sldMk cId="0" sldId="256"/>
            <ac:spMk id="3" creationId="{68A59DD3-C0D1-5E1A-8E1B-F01525E19CE8}"/>
          </ac:spMkLst>
        </pc:spChg>
        <pc:spChg chg="add mod">
          <ac:chgData name="Leila Iñigo de la Cruz" userId="fae4ed0d-52e1-4e8b-ac73-77e0b7235c9a" providerId="ADAL" clId="{1E9E03C1-E5D4-4BEC-8EBD-C4DD5262B379}" dt="2026-05-07T07:18:58.394" v="205" actId="1076"/>
          <ac:spMkLst>
            <pc:docMk/>
            <pc:sldMk cId="0" sldId="256"/>
            <ac:spMk id="4" creationId="{FD126917-DCEB-9EA1-1575-A0CD193C847C}"/>
          </ac:spMkLst>
        </pc:spChg>
        <pc:spChg chg="add mod">
          <ac:chgData name="Leila Iñigo de la Cruz" userId="fae4ed0d-52e1-4e8b-ac73-77e0b7235c9a" providerId="ADAL" clId="{1E9E03C1-E5D4-4BEC-8EBD-C4DD5262B379}" dt="2026-05-11T09:40:04.424" v="1190" actId="1076"/>
          <ac:spMkLst>
            <pc:docMk/>
            <pc:sldMk cId="0" sldId="256"/>
            <ac:spMk id="7" creationId="{44B8395A-38CB-E951-0E85-2F41E1DFCD87}"/>
          </ac:spMkLst>
        </pc:spChg>
        <pc:picChg chg="add mod ord">
          <ac:chgData name="Leila Iñigo de la Cruz" userId="fae4ed0d-52e1-4e8b-ac73-77e0b7235c9a" providerId="ADAL" clId="{1E9E03C1-E5D4-4BEC-8EBD-C4DD5262B379}" dt="2026-05-11T08:59:59.551" v="827" actId="29295"/>
          <ac:picMkLst>
            <pc:docMk/>
            <pc:sldMk cId="0" sldId="256"/>
            <ac:picMk id="5" creationId="{C2C197B5-90FA-2EE6-FA4B-23EBEC033BC2}"/>
          </ac:picMkLst>
        </pc:picChg>
        <pc:picChg chg="mod">
          <ac:chgData name="Leila Iñigo de la Cruz" userId="fae4ed0d-52e1-4e8b-ac73-77e0b7235c9a" providerId="ADAL" clId="{1E9E03C1-E5D4-4BEC-8EBD-C4DD5262B379}" dt="2026-05-11T09:40:11.277" v="1192" actId="1076"/>
          <ac:picMkLst>
            <pc:docMk/>
            <pc:sldMk cId="0" sldId="256"/>
            <ac:picMk id="544" creationId="{00000000-0000-0000-0000-000000000000}"/>
          </ac:picMkLst>
        </pc:picChg>
        <pc:picChg chg="add mod">
          <ac:chgData name="Leila Iñigo de la Cruz" userId="fae4ed0d-52e1-4e8b-ac73-77e0b7235c9a" providerId="ADAL" clId="{1E9E03C1-E5D4-4BEC-8EBD-C4DD5262B379}" dt="2026-05-11T09:40:07.524" v="1191" actId="1076"/>
          <ac:picMkLst>
            <pc:docMk/>
            <pc:sldMk cId="0" sldId="256"/>
            <ac:picMk id="1026" creationId="{A12979C0-92EA-2749-FDA9-A8B9EA5C19BD}"/>
          </ac:picMkLst>
        </pc:picChg>
      </pc:sldChg>
      <pc:sldChg chg="del">
        <pc:chgData name="Leila Iñigo de la Cruz" userId="fae4ed0d-52e1-4e8b-ac73-77e0b7235c9a" providerId="ADAL" clId="{1E9E03C1-E5D4-4BEC-8EBD-C4DD5262B379}" dt="2026-05-11T10:32:45.898" v="2340" actId="47"/>
        <pc:sldMkLst>
          <pc:docMk/>
          <pc:sldMk cId="0" sldId="258"/>
        </pc:sldMkLst>
      </pc:sldChg>
      <pc:sldChg chg="del">
        <pc:chgData name="Leila Iñigo de la Cruz" userId="fae4ed0d-52e1-4e8b-ac73-77e0b7235c9a" providerId="ADAL" clId="{1E9E03C1-E5D4-4BEC-8EBD-C4DD5262B379}" dt="2026-05-11T10:32:45.898" v="2340" actId="47"/>
        <pc:sldMkLst>
          <pc:docMk/>
          <pc:sldMk cId="0" sldId="259"/>
        </pc:sldMkLst>
      </pc:sldChg>
      <pc:sldChg chg="del">
        <pc:chgData name="Leila Iñigo de la Cruz" userId="fae4ed0d-52e1-4e8b-ac73-77e0b7235c9a" providerId="ADAL" clId="{1E9E03C1-E5D4-4BEC-8EBD-C4DD5262B379}" dt="2026-05-11T10:32:47.803" v="2341" actId="47"/>
        <pc:sldMkLst>
          <pc:docMk/>
          <pc:sldMk cId="0" sldId="260"/>
        </pc:sldMkLst>
      </pc:sldChg>
      <pc:sldChg chg="del">
        <pc:chgData name="Leila Iñigo de la Cruz" userId="fae4ed0d-52e1-4e8b-ac73-77e0b7235c9a" providerId="ADAL" clId="{1E9E03C1-E5D4-4BEC-8EBD-C4DD5262B379}" dt="2026-05-11T10:32:48.583" v="2342" actId="47"/>
        <pc:sldMkLst>
          <pc:docMk/>
          <pc:sldMk cId="0" sldId="261"/>
        </pc:sldMkLst>
      </pc:sldChg>
      <pc:sldChg chg="del">
        <pc:chgData name="Leila Iñigo de la Cruz" userId="fae4ed0d-52e1-4e8b-ac73-77e0b7235c9a" providerId="ADAL" clId="{1E9E03C1-E5D4-4BEC-8EBD-C4DD5262B379}" dt="2026-05-11T10:32:50.142" v="2343" actId="47"/>
        <pc:sldMkLst>
          <pc:docMk/>
          <pc:sldMk cId="0" sldId="262"/>
        </pc:sldMkLst>
      </pc:sldChg>
      <pc:sldChg chg="del">
        <pc:chgData name="Leila Iñigo de la Cruz" userId="fae4ed0d-52e1-4e8b-ac73-77e0b7235c9a" providerId="ADAL" clId="{1E9E03C1-E5D4-4BEC-8EBD-C4DD5262B379}" dt="2026-05-11T10:32:50.975" v="2344" actId="47"/>
        <pc:sldMkLst>
          <pc:docMk/>
          <pc:sldMk cId="0" sldId="263"/>
        </pc:sldMkLst>
      </pc:sldChg>
      <pc:sldChg chg="del">
        <pc:chgData name="Leila Iñigo de la Cruz" userId="fae4ed0d-52e1-4e8b-ac73-77e0b7235c9a" providerId="ADAL" clId="{1E9E03C1-E5D4-4BEC-8EBD-C4DD5262B379}" dt="2026-05-11T10:32:51.909" v="2345" actId="47"/>
        <pc:sldMkLst>
          <pc:docMk/>
          <pc:sldMk cId="0" sldId="264"/>
        </pc:sldMkLst>
      </pc:sldChg>
      <pc:sldChg chg="addSp modSp add del mod">
        <pc:chgData name="Leila Iñigo de la Cruz" userId="fae4ed0d-52e1-4e8b-ac73-77e0b7235c9a" providerId="ADAL" clId="{1E9E03C1-E5D4-4BEC-8EBD-C4DD5262B379}" dt="2026-05-11T12:34:02.255" v="4553" actId="2696"/>
        <pc:sldMkLst>
          <pc:docMk/>
          <pc:sldMk cId="0" sldId="265"/>
        </pc:sldMkLst>
        <pc:spChg chg="add mod">
          <ac:chgData name="Leila Iñigo de la Cruz" userId="fae4ed0d-52e1-4e8b-ac73-77e0b7235c9a" providerId="ADAL" clId="{1E9E03C1-E5D4-4BEC-8EBD-C4DD5262B379}" dt="2026-05-11T10:55:03.103" v="2807" actId="208"/>
          <ac:spMkLst>
            <pc:docMk/>
            <pc:sldMk cId="0" sldId="265"/>
            <ac:spMk id="11" creationId="{47458F1D-2D23-0448-C50E-FB8227E19BC9}"/>
          </ac:spMkLst>
        </pc:spChg>
      </pc:sldChg>
      <pc:sldChg chg="del">
        <pc:chgData name="Leila Iñigo de la Cruz" userId="fae4ed0d-52e1-4e8b-ac73-77e0b7235c9a" providerId="ADAL" clId="{1E9E03C1-E5D4-4BEC-8EBD-C4DD5262B379}" dt="2026-05-11T10:33:22.347" v="2347" actId="47"/>
        <pc:sldMkLst>
          <pc:docMk/>
          <pc:sldMk cId="0" sldId="266"/>
        </pc:sldMkLst>
      </pc:sldChg>
      <pc:sldChg chg="del">
        <pc:chgData name="Leila Iñigo de la Cruz" userId="fae4ed0d-52e1-4e8b-ac73-77e0b7235c9a" providerId="ADAL" clId="{1E9E03C1-E5D4-4BEC-8EBD-C4DD5262B379}" dt="2026-05-11T10:33:22.347" v="2347" actId="47"/>
        <pc:sldMkLst>
          <pc:docMk/>
          <pc:sldMk cId="0" sldId="267"/>
        </pc:sldMkLst>
      </pc:sldChg>
      <pc:sldChg chg="del">
        <pc:chgData name="Leila Iñigo de la Cruz" userId="fae4ed0d-52e1-4e8b-ac73-77e0b7235c9a" providerId="ADAL" clId="{1E9E03C1-E5D4-4BEC-8EBD-C4DD5262B379}" dt="2026-05-11T10:33:22.347" v="2347" actId="47"/>
        <pc:sldMkLst>
          <pc:docMk/>
          <pc:sldMk cId="0" sldId="268"/>
        </pc:sldMkLst>
      </pc:sldChg>
      <pc:sldChg chg="del">
        <pc:chgData name="Leila Iñigo de la Cruz" userId="fae4ed0d-52e1-4e8b-ac73-77e0b7235c9a" providerId="ADAL" clId="{1E9E03C1-E5D4-4BEC-8EBD-C4DD5262B379}" dt="2026-05-11T10:33:22.347" v="2347" actId="47"/>
        <pc:sldMkLst>
          <pc:docMk/>
          <pc:sldMk cId="0" sldId="269"/>
        </pc:sldMkLst>
      </pc:sldChg>
      <pc:sldChg chg="del">
        <pc:chgData name="Leila Iñigo de la Cruz" userId="fae4ed0d-52e1-4e8b-ac73-77e0b7235c9a" providerId="ADAL" clId="{1E9E03C1-E5D4-4BEC-8EBD-C4DD5262B379}" dt="2026-05-11T10:33:22.347" v="2347" actId="47"/>
        <pc:sldMkLst>
          <pc:docMk/>
          <pc:sldMk cId="0" sldId="270"/>
        </pc:sldMkLst>
      </pc:sldChg>
      <pc:sldChg chg="del">
        <pc:chgData name="Leila Iñigo de la Cruz" userId="fae4ed0d-52e1-4e8b-ac73-77e0b7235c9a" providerId="ADAL" clId="{1E9E03C1-E5D4-4BEC-8EBD-C4DD5262B379}" dt="2026-05-11T10:33:22.347" v="2347" actId="47"/>
        <pc:sldMkLst>
          <pc:docMk/>
          <pc:sldMk cId="0" sldId="271"/>
        </pc:sldMkLst>
      </pc:sldChg>
      <pc:sldChg chg="del">
        <pc:chgData name="Leila Iñigo de la Cruz" userId="fae4ed0d-52e1-4e8b-ac73-77e0b7235c9a" providerId="ADAL" clId="{1E9E03C1-E5D4-4BEC-8EBD-C4DD5262B379}" dt="2026-05-11T10:33:22.347" v="2347" actId="47"/>
        <pc:sldMkLst>
          <pc:docMk/>
          <pc:sldMk cId="0" sldId="272"/>
        </pc:sldMkLst>
      </pc:sldChg>
      <pc:sldChg chg="del">
        <pc:chgData name="Leila Iñigo de la Cruz" userId="fae4ed0d-52e1-4e8b-ac73-77e0b7235c9a" providerId="ADAL" clId="{1E9E03C1-E5D4-4BEC-8EBD-C4DD5262B379}" dt="2026-05-11T10:33:22.347" v="2347" actId="47"/>
        <pc:sldMkLst>
          <pc:docMk/>
          <pc:sldMk cId="0" sldId="273"/>
        </pc:sldMkLst>
      </pc:sldChg>
      <pc:sldChg chg="del">
        <pc:chgData name="Leila Iñigo de la Cruz" userId="fae4ed0d-52e1-4e8b-ac73-77e0b7235c9a" providerId="ADAL" clId="{1E9E03C1-E5D4-4BEC-8EBD-C4DD5262B379}" dt="2026-05-11T10:33:22.347" v="2347" actId="47"/>
        <pc:sldMkLst>
          <pc:docMk/>
          <pc:sldMk cId="0" sldId="274"/>
        </pc:sldMkLst>
      </pc:sldChg>
      <pc:sldChg chg="del">
        <pc:chgData name="Leila Iñigo de la Cruz" userId="fae4ed0d-52e1-4e8b-ac73-77e0b7235c9a" providerId="ADAL" clId="{1E9E03C1-E5D4-4BEC-8EBD-C4DD5262B379}" dt="2026-05-11T10:33:22.347" v="2347" actId="47"/>
        <pc:sldMkLst>
          <pc:docMk/>
          <pc:sldMk cId="0" sldId="275"/>
        </pc:sldMkLst>
      </pc:sldChg>
      <pc:sldChg chg="del">
        <pc:chgData name="Leila Iñigo de la Cruz" userId="fae4ed0d-52e1-4e8b-ac73-77e0b7235c9a" providerId="ADAL" clId="{1E9E03C1-E5D4-4BEC-8EBD-C4DD5262B379}" dt="2026-05-11T10:33:22.347" v="2347" actId="47"/>
        <pc:sldMkLst>
          <pc:docMk/>
          <pc:sldMk cId="0" sldId="276"/>
        </pc:sldMkLst>
      </pc:sldChg>
      <pc:sldChg chg="del">
        <pc:chgData name="Leila Iñigo de la Cruz" userId="fae4ed0d-52e1-4e8b-ac73-77e0b7235c9a" providerId="ADAL" clId="{1E9E03C1-E5D4-4BEC-8EBD-C4DD5262B379}" dt="2026-05-11T10:33:22.347" v="2347" actId="47"/>
        <pc:sldMkLst>
          <pc:docMk/>
          <pc:sldMk cId="0" sldId="277"/>
        </pc:sldMkLst>
      </pc:sldChg>
      <pc:sldChg chg="del">
        <pc:chgData name="Leila Iñigo de la Cruz" userId="fae4ed0d-52e1-4e8b-ac73-77e0b7235c9a" providerId="ADAL" clId="{1E9E03C1-E5D4-4BEC-8EBD-C4DD5262B379}" dt="2026-05-11T10:33:22.347" v="2347" actId="47"/>
        <pc:sldMkLst>
          <pc:docMk/>
          <pc:sldMk cId="0" sldId="278"/>
        </pc:sldMkLst>
      </pc:sldChg>
      <pc:sldChg chg="del">
        <pc:chgData name="Leila Iñigo de la Cruz" userId="fae4ed0d-52e1-4e8b-ac73-77e0b7235c9a" providerId="ADAL" clId="{1E9E03C1-E5D4-4BEC-8EBD-C4DD5262B379}" dt="2026-05-11T10:33:22.347" v="2347" actId="47"/>
        <pc:sldMkLst>
          <pc:docMk/>
          <pc:sldMk cId="0" sldId="279"/>
        </pc:sldMkLst>
      </pc:sldChg>
      <pc:sldChg chg="del">
        <pc:chgData name="Leila Iñigo de la Cruz" userId="fae4ed0d-52e1-4e8b-ac73-77e0b7235c9a" providerId="ADAL" clId="{1E9E03C1-E5D4-4BEC-8EBD-C4DD5262B379}" dt="2026-05-11T10:33:22.347" v="2347" actId="47"/>
        <pc:sldMkLst>
          <pc:docMk/>
          <pc:sldMk cId="0" sldId="280"/>
        </pc:sldMkLst>
      </pc:sldChg>
      <pc:sldChg chg="del">
        <pc:chgData name="Leila Iñigo de la Cruz" userId="fae4ed0d-52e1-4e8b-ac73-77e0b7235c9a" providerId="ADAL" clId="{1E9E03C1-E5D4-4BEC-8EBD-C4DD5262B379}" dt="2026-05-11T10:33:22.347" v="2347" actId="47"/>
        <pc:sldMkLst>
          <pc:docMk/>
          <pc:sldMk cId="0" sldId="281"/>
        </pc:sldMkLst>
      </pc:sldChg>
      <pc:sldChg chg="del">
        <pc:chgData name="Leila Iñigo de la Cruz" userId="fae4ed0d-52e1-4e8b-ac73-77e0b7235c9a" providerId="ADAL" clId="{1E9E03C1-E5D4-4BEC-8EBD-C4DD5262B379}" dt="2026-05-11T10:33:22.347" v="2347" actId="47"/>
        <pc:sldMkLst>
          <pc:docMk/>
          <pc:sldMk cId="0" sldId="282"/>
        </pc:sldMkLst>
      </pc:sldChg>
      <pc:sldChg chg="del">
        <pc:chgData name="Leila Iñigo de la Cruz" userId="fae4ed0d-52e1-4e8b-ac73-77e0b7235c9a" providerId="ADAL" clId="{1E9E03C1-E5D4-4BEC-8EBD-C4DD5262B379}" dt="2026-05-11T10:33:22.347" v="2347" actId="47"/>
        <pc:sldMkLst>
          <pc:docMk/>
          <pc:sldMk cId="0" sldId="283"/>
        </pc:sldMkLst>
      </pc:sldChg>
      <pc:sldChg chg="del">
        <pc:chgData name="Leila Iñigo de la Cruz" userId="fae4ed0d-52e1-4e8b-ac73-77e0b7235c9a" providerId="ADAL" clId="{1E9E03C1-E5D4-4BEC-8EBD-C4DD5262B379}" dt="2026-05-11T10:33:22.347" v="2347" actId="47"/>
        <pc:sldMkLst>
          <pc:docMk/>
          <pc:sldMk cId="0" sldId="284"/>
        </pc:sldMkLst>
      </pc:sldChg>
      <pc:sldChg chg="del">
        <pc:chgData name="Leila Iñigo de la Cruz" userId="fae4ed0d-52e1-4e8b-ac73-77e0b7235c9a" providerId="ADAL" clId="{1E9E03C1-E5D4-4BEC-8EBD-C4DD5262B379}" dt="2026-05-11T10:33:22.347" v="2347" actId="47"/>
        <pc:sldMkLst>
          <pc:docMk/>
          <pc:sldMk cId="0" sldId="285"/>
        </pc:sldMkLst>
      </pc:sldChg>
      <pc:sldChg chg="del">
        <pc:chgData name="Leila Iñigo de la Cruz" userId="fae4ed0d-52e1-4e8b-ac73-77e0b7235c9a" providerId="ADAL" clId="{1E9E03C1-E5D4-4BEC-8EBD-C4DD5262B379}" dt="2026-05-11T10:33:22.347" v="2347" actId="47"/>
        <pc:sldMkLst>
          <pc:docMk/>
          <pc:sldMk cId="0" sldId="286"/>
        </pc:sldMkLst>
      </pc:sldChg>
      <pc:sldChg chg="del">
        <pc:chgData name="Leila Iñigo de la Cruz" userId="fae4ed0d-52e1-4e8b-ac73-77e0b7235c9a" providerId="ADAL" clId="{1E9E03C1-E5D4-4BEC-8EBD-C4DD5262B379}" dt="2026-05-11T10:33:22.347" v="2347" actId="47"/>
        <pc:sldMkLst>
          <pc:docMk/>
          <pc:sldMk cId="0" sldId="287"/>
        </pc:sldMkLst>
      </pc:sldChg>
      <pc:sldChg chg="del">
        <pc:chgData name="Leila Iñigo de la Cruz" userId="fae4ed0d-52e1-4e8b-ac73-77e0b7235c9a" providerId="ADAL" clId="{1E9E03C1-E5D4-4BEC-8EBD-C4DD5262B379}" dt="2026-05-11T10:33:22.347" v="2347" actId="47"/>
        <pc:sldMkLst>
          <pc:docMk/>
          <pc:sldMk cId="0" sldId="288"/>
        </pc:sldMkLst>
      </pc:sldChg>
      <pc:sldChg chg="del">
        <pc:chgData name="Leila Iñigo de la Cruz" userId="fae4ed0d-52e1-4e8b-ac73-77e0b7235c9a" providerId="ADAL" clId="{1E9E03C1-E5D4-4BEC-8EBD-C4DD5262B379}" dt="2026-05-11T10:33:22.347" v="2347" actId="47"/>
        <pc:sldMkLst>
          <pc:docMk/>
          <pc:sldMk cId="0" sldId="289"/>
        </pc:sldMkLst>
      </pc:sldChg>
      <pc:sldChg chg="del">
        <pc:chgData name="Leila Iñigo de la Cruz" userId="fae4ed0d-52e1-4e8b-ac73-77e0b7235c9a" providerId="ADAL" clId="{1E9E03C1-E5D4-4BEC-8EBD-C4DD5262B379}" dt="2026-05-11T10:33:22.347" v="2347" actId="47"/>
        <pc:sldMkLst>
          <pc:docMk/>
          <pc:sldMk cId="0" sldId="290"/>
        </pc:sldMkLst>
      </pc:sldChg>
      <pc:sldChg chg="del">
        <pc:chgData name="Leila Iñigo de la Cruz" userId="fae4ed0d-52e1-4e8b-ac73-77e0b7235c9a" providerId="ADAL" clId="{1E9E03C1-E5D4-4BEC-8EBD-C4DD5262B379}" dt="2026-05-11T10:33:22.347" v="2347" actId="47"/>
        <pc:sldMkLst>
          <pc:docMk/>
          <pc:sldMk cId="0" sldId="291"/>
        </pc:sldMkLst>
      </pc:sldChg>
      <pc:sldChg chg="del">
        <pc:chgData name="Leila Iñigo de la Cruz" userId="fae4ed0d-52e1-4e8b-ac73-77e0b7235c9a" providerId="ADAL" clId="{1E9E03C1-E5D4-4BEC-8EBD-C4DD5262B379}" dt="2026-05-11T10:33:22.347" v="2347" actId="47"/>
        <pc:sldMkLst>
          <pc:docMk/>
          <pc:sldMk cId="0" sldId="292"/>
        </pc:sldMkLst>
      </pc:sldChg>
      <pc:sldChg chg="del">
        <pc:chgData name="Leila Iñigo de la Cruz" userId="fae4ed0d-52e1-4e8b-ac73-77e0b7235c9a" providerId="ADAL" clId="{1E9E03C1-E5D4-4BEC-8EBD-C4DD5262B379}" dt="2026-05-11T10:33:22.347" v="2347" actId="47"/>
        <pc:sldMkLst>
          <pc:docMk/>
          <pc:sldMk cId="0" sldId="293"/>
        </pc:sldMkLst>
      </pc:sldChg>
      <pc:sldChg chg="del">
        <pc:chgData name="Leila Iñigo de la Cruz" userId="fae4ed0d-52e1-4e8b-ac73-77e0b7235c9a" providerId="ADAL" clId="{1E9E03C1-E5D4-4BEC-8EBD-C4DD5262B379}" dt="2026-05-11T10:33:22.347" v="2347" actId="47"/>
        <pc:sldMkLst>
          <pc:docMk/>
          <pc:sldMk cId="0" sldId="294"/>
        </pc:sldMkLst>
      </pc:sldChg>
      <pc:sldChg chg="del">
        <pc:chgData name="Leila Iñigo de la Cruz" userId="fae4ed0d-52e1-4e8b-ac73-77e0b7235c9a" providerId="ADAL" clId="{1E9E03C1-E5D4-4BEC-8EBD-C4DD5262B379}" dt="2026-05-11T10:33:22.347" v="2347" actId="47"/>
        <pc:sldMkLst>
          <pc:docMk/>
          <pc:sldMk cId="0" sldId="295"/>
        </pc:sldMkLst>
      </pc:sldChg>
      <pc:sldChg chg="del">
        <pc:chgData name="Leila Iñigo de la Cruz" userId="fae4ed0d-52e1-4e8b-ac73-77e0b7235c9a" providerId="ADAL" clId="{1E9E03C1-E5D4-4BEC-8EBD-C4DD5262B379}" dt="2026-05-11T10:33:22.347" v="2347" actId="47"/>
        <pc:sldMkLst>
          <pc:docMk/>
          <pc:sldMk cId="0" sldId="296"/>
        </pc:sldMkLst>
      </pc:sldChg>
      <pc:sldChg chg="del">
        <pc:chgData name="Leila Iñigo de la Cruz" userId="fae4ed0d-52e1-4e8b-ac73-77e0b7235c9a" providerId="ADAL" clId="{1E9E03C1-E5D4-4BEC-8EBD-C4DD5262B379}" dt="2026-05-11T10:33:22.347" v="2347" actId="47"/>
        <pc:sldMkLst>
          <pc:docMk/>
          <pc:sldMk cId="0" sldId="297"/>
        </pc:sldMkLst>
      </pc:sldChg>
      <pc:sldChg chg="del">
        <pc:chgData name="Leila Iñigo de la Cruz" userId="fae4ed0d-52e1-4e8b-ac73-77e0b7235c9a" providerId="ADAL" clId="{1E9E03C1-E5D4-4BEC-8EBD-C4DD5262B379}" dt="2026-05-11T10:33:22.347" v="2347" actId="47"/>
        <pc:sldMkLst>
          <pc:docMk/>
          <pc:sldMk cId="0" sldId="298"/>
        </pc:sldMkLst>
      </pc:sldChg>
      <pc:sldChg chg="del">
        <pc:chgData name="Leila Iñigo de la Cruz" userId="fae4ed0d-52e1-4e8b-ac73-77e0b7235c9a" providerId="ADAL" clId="{1E9E03C1-E5D4-4BEC-8EBD-C4DD5262B379}" dt="2026-05-11T10:33:22.347" v="2347" actId="47"/>
        <pc:sldMkLst>
          <pc:docMk/>
          <pc:sldMk cId="0" sldId="299"/>
        </pc:sldMkLst>
      </pc:sldChg>
      <pc:sldChg chg="del">
        <pc:chgData name="Leila Iñigo de la Cruz" userId="fae4ed0d-52e1-4e8b-ac73-77e0b7235c9a" providerId="ADAL" clId="{1E9E03C1-E5D4-4BEC-8EBD-C4DD5262B379}" dt="2026-05-11T10:33:22.347" v="2347" actId="47"/>
        <pc:sldMkLst>
          <pc:docMk/>
          <pc:sldMk cId="0" sldId="300"/>
        </pc:sldMkLst>
      </pc:sldChg>
      <pc:sldChg chg="del">
        <pc:chgData name="Leila Iñigo de la Cruz" userId="fae4ed0d-52e1-4e8b-ac73-77e0b7235c9a" providerId="ADAL" clId="{1E9E03C1-E5D4-4BEC-8EBD-C4DD5262B379}" dt="2026-05-11T10:33:22.347" v="2347" actId="47"/>
        <pc:sldMkLst>
          <pc:docMk/>
          <pc:sldMk cId="0" sldId="301"/>
        </pc:sldMkLst>
      </pc:sldChg>
      <pc:sldChg chg="del">
        <pc:chgData name="Leila Iñigo de la Cruz" userId="fae4ed0d-52e1-4e8b-ac73-77e0b7235c9a" providerId="ADAL" clId="{1E9E03C1-E5D4-4BEC-8EBD-C4DD5262B379}" dt="2026-05-11T10:33:22.347" v="2347" actId="47"/>
        <pc:sldMkLst>
          <pc:docMk/>
          <pc:sldMk cId="0" sldId="302"/>
        </pc:sldMkLst>
      </pc:sldChg>
      <pc:sldChg chg="del">
        <pc:chgData name="Leila Iñigo de la Cruz" userId="fae4ed0d-52e1-4e8b-ac73-77e0b7235c9a" providerId="ADAL" clId="{1E9E03C1-E5D4-4BEC-8EBD-C4DD5262B379}" dt="2026-05-11T10:33:22.347" v="2347" actId="47"/>
        <pc:sldMkLst>
          <pc:docMk/>
          <pc:sldMk cId="0" sldId="303"/>
        </pc:sldMkLst>
      </pc:sldChg>
      <pc:sldChg chg="del">
        <pc:chgData name="Leila Iñigo de la Cruz" userId="fae4ed0d-52e1-4e8b-ac73-77e0b7235c9a" providerId="ADAL" clId="{1E9E03C1-E5D4-4BEC-8EBD-C4DD5262B379}" dt="2026-05-11T10:33:22.347" v="2347" actId="47"/>
        <pc:sldMkLst>
          <pc:docMk/>
          <pc:sldMk cId="0" sldId="304"/>
        </pc:sldMkLst>
      </pc:sldChg>
      <pc:sldChg chg="del">
        <pc:chgData name="Leila Iñigo de la Cruz" userId="fae4ed0d-52e1-4e8b-ac73-77e0b7235c9a" providerId="ADAL" clId="{1E9E03C1-E5D4-4BEC-8EBD-C4DD5262B379}" dt="2026-05-11T10:55:34.495" v="2811" actId="47"/>
        <pc:sldMkLst>
          <pc:docMk/>
          <pc:sldMk cId="0" sldId="308"/>
        </pc:sldMkLst>
      </pc:sldChg>
      <pc:sldChg chg="del">
        <pc:chgData name="Leila Iñigo de la Cruz" userId="fae4ed0d-52e1-4e8b-ac73-77e0b7235c9a" providerId="ADAL" clId="{1E9E03C1-E5D4-4BEC-8EBD-C4DD5262B379}" dt="2026-05-11T10:55:32.935" v="2810" actId="47"/>
        <pc:sldMkLst>
          <pc:docMk/>
          <pc:sldMk cId="0" sldId="309"/>
        </pc:sldMkLst>
      </pc:sldChg>
      <pc:sldChg chg="del">
        <pc:chgData name="Leila Iñigo de la Cruz" userId="fae4ed0d-52e1-4e8b-ac73-77e0b7235c9a" providerId="ADAL" clId="{1E9E03C1-E5D4-4BEC-8EBD-C4DD5262B379}" dt="2026-05-11T10:55:23.425" v="2808" actId="47"/>
        <pc:sldMkLst>
          <pc:docMk/>
          <pc:sldMk cId="0" sldId="313"/>
        </pc:sldMkLst>
      </pc:sldChg>
      <pc:sldChg chg="del">
        <pc:chgData name="Leila Iñigo de la Cruz" userId="fae4ed0d-52e1-4e8b-ac73-77e0b7235c9a" providerId="ADAL" clId="{1E9E03C1-E5D4-4BEC-8EBD-C4DD5262B379}" dt="2026-05-11T10:55:23.425" v="2808" actId="47"/>
        <pc:sldMkLst>
          <pc:docMk/>
          <pc:sldMk cId="0" sldId="314"/>
        </pc:sldMkLst>
      </pc:sldChg>
      <pc:sldChg chg="del">
        <pc:chgData name="Leila Iñigo de la Cruz" userId="fae4ed0d-52e1-4e8b-ac73-77e0b7235c9a" providerId="ADAL" clId="{1E9E03C1-E5D4-4BEC-8EBD-C4DD5262B379}" dt="2026-05-11T10:55:28.862" v="2809" actId="47"/>
        <pc:sldMkLst>
          <pc:docMk/>
          <pc:sldMk cId="0" sldId="315"/>
        </pc:sldMkLst>
      </pc:sldChg>
      <pc:sldChg chg="del">
        <pc:chgData name="Leila Iñigo de la Cruz" userId="fae4ed0d-52e1-4e8b-ac73-77e0b7235c9a" providerId="ADAL" clId="{1E9E03C1-E5D4-4BEC-8EBD-C4DD5262B379}" dt="2026-05-11T10:55:23.425" v="2808" actId="47"/>
        <pc:sldMkLst>
          <pc:docMk/>
          <pc:sldMk cId="0" sldId="316"/>
        </pc:sldMkLst>
      </pc:sldChg>
      <pc:sldChg chg="del">
        <pc:chgData name="Leila Iñigo de la Cruz" userId="fae4ed0d-52e1-4e8b-ac73-77e0b7235c9a" providerId="ADAL" clId="{1E9E03C1-E5D4-4BEC-8EBD-C4DD5262B379}" dt="2026-05-11T10:55:23.425" v="2808" actId="47"/>
        <pc:sldMkLst>
          <pc:docMk/>
          <pc:sldMk cId="0" sldId="317"/>
        </pc:sldMkLst>
      </pc:sldChg>
      <pc:sldChg chg="del">
        <pc:chgData name="Leila Iñigo de la Cruz" userId="fae4ed0d-52e1-4e8b-ac73-77e0b7235c9a" providerId="ADAL" clId="{1E9E03C1-E5D4-4BEC-8EBD-C4DD5262B379}" dt="2026-05-11T10:55:23.425" v="2808" actId="47"/>
        <pc:sldMkLst>
          <pc:docMk/>
          <pc:sldMk cId="0" sldId="318"/>
        </pc:sldMkLst>
      </pc:sldChg>
      <pc:sldChg chg="addSp delSp modSp new mod setBg modClrScheme chgLayout">
        <pc:chgData name="Leila Iñigo de la Cruz" userId="fae4ed0d-52e1-4e8b-ac73-77e0b7235c9a" providerId="ADAL" clId="{1E9E03C1-E5D4-4BEC-8EBD-C4DD5262B379}" dt="2026-05-11T12:55:07.728" v="5015"/>
        <pc:sldMkLst>
          <pc:docMk/>
          <pc:sldMk cId="4198921495" sldId="322"/>
        </pc:sldMkLst>
        <pc:spChg chg="add mod">
          <ac:chgData name="Leila Iñigo de la Cruz" userId="fae4ed0d-52e1-4e8b-ac73-77e0b7235c9a" providerId="ADAL" clId="{1E9E03C1-E5D4-4BEC-8EBD-C4DD5262B379}" dt="2026-05-07T07:20:08.766" v="272" actId="1076"/>
          <ac:spMkLst>
            <pc:docMk/>
            <pc:sldMk cId="4198921495" sldId="322"/>
            <ac:spMk id="2" creationId="{8FE106E0-7292-B563-344B-92A38F303402}"/>
          </ac:spMkLst>
        </pc:spChg>
        <pc:spChg chg="add del mod ord">
          <ac:chgData name="Leila Iñigo de la Cruz" userId="fae4ed0d-52e1-4e8b-ac73-77e0b7235c9a" providerId="ADAL" clId="{1E9E03C1-E5D4-4BEC-8EBD-C4DD5262B379}" dt="2026-05-11T09:38:36.590" v="1180" actId="478"/>
          <ac:spMkLst>
            <pc:docMk/>
            <pc:sldMk cId="4198921495" sldId="322"/>
            <ac:spMk id="3" creationId="{0F330D24-E765-D632-F9E6-0D491E4EAD30}"/>
          </ac:spMkLst>
        </pc:spChg>
        <pc:spChg chg="add del mod ord">
          <ac:chgData name="Leila Iñigo de la Cruz" userId="fae4ed0d-52e1-4e8b-ac73-77e0b7235c9a" providerId="ADAL" clId="{1E9E03C1-E5D4-4BEC-8EBD-C4DD5262B379}" dt="2026-05-11T09:38:33.572" v="1178" actId="478"/>
          <ac:spMkLst>
            <pc:docMk/>
            <pc:sldMk cId="4198921495" sldId="322"/>
            <ac:spMk id="4" creationId="{58D478E9-C3FB-0FFA-D208-F990736E4BF7}"/>
          </ac:spMkLst>
        </pc:spChg>
        <pc:spChg chg="add del mod ord">
          <ac:chgData name="Leila Iñigo de la Cruz" userId="fae4ed0d-52e1-4e8b-ac73-77e0b7235c9a" providerId="ADAL" clId="{1E9E03C1-E5D4-4BEC-8EBD-C4DD5262B379}" dt="2026-05-11T09:38:38.434" v="1182" actId="478"/>
          <ac:spMkLst>
            <pc:docMk/>
            <pc:sldMk cId="4198921495" sldId="322"/>
            <ac:spMk id="5" creationId="{781D6CF5-DA69-D2E9-F63E-E86FCE59F6F3}"/>
          </ac:spMkLst>
        </pc:spChg>
        <pc:spChg chg="add del mod ord">
          <ac:chgData name="Leila Iñigo de la Cruz" userId="fae4ed0d-52e1-4e8b-ac73-77e0b7235c9a" providerId="ADAL" clId="{1E9E03C1-E5D4-4BEC-8EBD-C4DD5262B379}" dt="2026-05-11T09:38:34.477" v="1179" actId="478"/>
          <ac:spMkLst>
            <pc:docMk/>
            <pc:sldMk cId="4198921495" sldId="322"/>
            <ac:spMk id="6" creationId="{F6B4C835-5181-712F-A9E9-065E5D75B422}"/>
          </ac:spMkLst>
        </pc:spChg>
        <pc:spChg chg="add del mod ord">
          <ac:chgData name="Leila Iñigo de la Cruz" userId="fae4ed0d-52e1-4e8b-ac73-77e0b7235c9a" providerId="ADAL" clId="{1E9E03C1-E5D4-4BEC-8EBD-C4DD5262B379}" dt="2026-05-11T09:38:37.542" v="1181" actId="478"/>
          <ac:spMkLst>
            <pc:docMk/>
            <pc:sldMk cId="4198921495" sldId="322"/>
            <ac:spMk id="7" creationId="{563EC240-215D-E455-E222-1977761B45F4}"/>
          </ac:spMkLst>
        </pc:spChg>
      </pc:sldChg>
      <pc:sldChg chg="addSp delSp modSp add del mod setBg modClrScheme chgLayout modNotesTx">
        <pc:chgData name="Leila Iñigo de la Cruz" userId="fae4ed0d-52e1-4e8b-ac73-77e0b7235c9a" providerId="ADAL" clId="{1E9E03C1-E5D4-4BEC-8EBD-C4DD5262B379}" dt="2026-05-11T12:42:36.219" v="4606" actId="47"/>
        <pc:sldMkLst>
          <pc:docMk/>
          <pc:sldMk cId="2316110587" sldId="323"/>
        </pc:sldMkLst>
        <pc:spChg chg="add del mod ord">
          <ac:chgData name="Leila Iñigo de la Cruz" userId="fae4ed0d-52e1-4e8b-ac73-77e0b7235c9a" providerId="ADAL" clId="{1E9E03C1-E5D4-4BEC-8EBD-C4DD5262B379}" dt="2026-05-11T09:38:14.524" v="1174" actId="478"/>
          <ac:spMkLst>
            <pc:docMk/>
            <pc:sldMk cId="2316110587" sldId="323"/>
            <ac:spMk id="2" creationId="{6728E823-C010-D1E3-467F-6E041027A473}"/>
          </ac:spMkLst>
        </pc:spChg>
        <pc:spChg chg="add del mod ord">
          <ac:chgData name="Leila Iñigo de la Cruz" userId="fae4ed0d-52e1-4e8b-ac73-77e0b7235c9a" providerId="ADAL" clId="{1E9E03C1-E5D4-4BEC-8EBD-C4DD5262B379}" dt="2026-05-11T09:38:17.348" v="1175" actId="478"/>
          <ac:spMkLst>
            <pc:docMk/>
            <pc:sldMk cId="2316110587" sldId="323"/>
            <ac:spMk id="3" creationId="{80A0A4E0-6349-8531-959A-57C7DBD2FCE6}"/>
          </ac:spMkLst>
        </pc:spChg>
        <pc:spChg chg="add del mod ord">
          <ac:chgData name="Leila Iñigo de la Cruz" userId="fae4ed0d-52e1-4e8b-ac73-77e0b7235c9a" providerId="ADAL" clId="{1E9E03C1-E5D4-4BEC-8EBD-C4DD5262B379}" dt="2026-05-11T09:38:18.397" v="1176" actId="478"/>
          <ac:spMkLst>
            <pc:docMk/>
            <pc:sldMk cId="2316110587" sldId="323"/>
            <ac:spMk id="4" creationId="{0B45F8FC-54CF-6EA7-E73A-CDFC45C0BDB9}"/>
          </ac:spMkLst>
        </pc:spChg>
        <pc:picChg chg="add del mod">
          <ac:chgData name="Leila Iñigo de la Cruz" userId="fae4ed0d-52e1-4e8b-ac73-77e0b7235c9a" providerId="ADAL" clId="{1E9E03C1-E5D4-4BEC-8EBD-C4DD5262B379}" dt="2026-05-11T09:37:56.814" v="1172" actId="478"/>
          <ac:picMkLst>
            <pc:docMk/>
            <pc:sldMk cId="2316110587" sldId="323"/>
            <ac:picMk id="6" creationId="{C5D50CD4-C4C2-732C-4D95-75CD2BBFBCB4}"/>
          </ac:picMkLst>
        </pc:picChg>
      </pc:sldChg>
      <pc:sldChg chg="addSp delSp modSp add del mod setBg modNotesTx">
        <pc:chgData name="Leila Iñigo de la Cruz" userId="fae4ed0d-52e1-4e8b-ac73-77e0b7235c9a" providerId="ADAL" clId="{1E9E03C1-E5D4-4BEC-8EBD-C4DD5262B379}" dt="2026-05-11T12:54:01.407" v="5009" actId="47"/>
        <pc:sldMkLst>
          <pc:docMk/>
          <pc:sldMk cId="2545304968" sldId="324"/>
        </pc:sldMkLst>
        <pc:spChg chg="add mod">
          <ac:chgData name="Leila Iñigo de la Cruz" userId="fae4ed0d-52e1-4e8b-ac73-77e0b7235c9a" providerId="ADAL" clId="{1E9E03C1-E5D4-4BEC-8EBD-C4DD5262B379}" dt="2026-05-11T09:36:24.570" v="1153" actId="1076"/>
          <ac:spMkLst>
            <pc:docMk/>
            <pc:sldMk cId="2545304968" sldId="324"/>
            <ac:spMk id="2" creationId="{49EFEE57-22AD-D720-A041-ED73F646DEA0}"/>
          </ac:spMkLst>
        </pc:spChg>
        <pc:spChg chg="add mod">
          <ac:chgData name="Leila Iñigo de la Cruz" userId="fae4ed0d-52e1-4e8b-ac73-77e0b7235c9a" providerId="ADAL" clId="{1E9E03C1-E5D4-4BEC-8EBD-C4DD5262B379}" dt="2026-05-11T09:36:20.969" v="1152" actId="404"/>
          <ac:spMkLst>
            <pc:docMk/>
            <pc:sldMk cId="2545304968" sldId="324"/>
            <ac:spMk id="3" creationId="{789CE683-55CB-5F14-CC69-4AAC7BD4FA55}"/>
          </ac:spMkLst>
        </pc:spChg>
        <pc:spChg chg="add mod">
          <ac:chgData name="Leila Iñigo de la Cruz" userId="fae4ed0d-52e1-4e8b-ac73-77e0b7235c9a" providerId="ADAL" clId="{1E9E03C1-E5D4-4BEC-8EBD-C4DD5262B379}" dt="2026-05-11T09:36:01.645" v="1147" actId="1076"/>
          <ac:spMkLst>
            <pc:docMk/>
            <pc:sldMk cId="2545304968" sldId="324"/>
            <ac:spMk id="4" creationId="{52466241-2C35-C99D-403A-25AD7486CAF6}"/>
          </ac:spMkLst>
        </pc:spChg>
        <pc:spChg chg="mod">
          <ac:chgData name="Leila Iñigo de la Cruz" userId="fae4ed0d-52e1-4e8b-ac73-77e0b7235c9a" providerId="ADAL" clId="{1E9E03C1-E5D4-4BEC-8EBD-C4DD5262B379}" dt="2026-05-11T09:36:20.969" v="1152" actId="404"/>
          <ac:spMkLst>
            <pc:docMk/>
            <pc:sldMk cId="2545304968" sldId="324"/>
            <ac:spMk id="7" creationId="{A73D3C5E-1E70-0699-3852-5AC91EE370BB}"/>
          </ac:spMkLst>
        </pc:spChg>
      </pc:sldChg>
      <pc:sldChg chg="addSp delSp modSp add del mod setBg modNotesTx">
        <pc:chgData name="Leila Iñigo de la Cruz" userId="fae4ed0d-52e1-4e8b-ac73-77e0b7235c9a" providerId="ADAL" clId="{1E9E03C1-E5D4-4BEC-8EBD-C4DD5262B379}" dt="2026-05-11T12:54:04.292" v="5010" actId="47"/>
        <pc:sldMkLst>
          <pc:docMk/>
          <pc:sldMk cId="2169878257" sldId="325"/>
        </pc:sldMkLst>
        <pc:spChg chg="mod">
          <ac:chgData name="Leila Iñigo de la Cruz" userId="fae4ed0d-52e1-4e8b-ac73-77e0b7235c9a" providerId="ADAL" clId="{1E9E03C1-E5D4-4BEC-8EBD-C4DD5262B379}" dt="2026-05-11T09:36:30.468" v="1154" actId="404"/>
          <ac:spMkLst>
            <pc:docMk/>
            <pc:sldMk cId="2169878257" sldId="325"/>
            <ac:spMk id="2" creationId="{16F51428-33C3-D936-0379-C67EA51435AA}"/>
          </ac:spMkLst>
        </pc:spChg>
        <pc:spChg chg="mod">
          <ac:chgData name="Leila Iñigo de la Cruz" userId="fae4ed0d-52e1-4e8b-ac73-77e0b7235c9a" providerId="ADAL" clId="{1E9E03C1-E5D4-4BEC-8EBD-C4DD5262B379}" dt="2026-05-11T09:36:30.468" v="1154" actId="404"/>
          <ac:spMkLst>
            <pc:docMk/>
            <pc:sldMk cId="2169878257" sldId="325"/>
            <ac:spMk id="3" creationId="{72F1800A-1D0D-E236-C2E5-967CCE47F86C}"/>
          </ac:spMkLst>
        </pc:spChg>
        <pc:spChg chg="del">
          <ac:chgData name="Leila Iñigo de la Cruz" userId="fae4ed0d-52e1-4e8b-ac73-77e0b7235c9a" providerId="ADAL" clId="{1E9E03C1-E5D4-4BEC-8EBD-C4DD5262B379}" dt="2026-05-11T09:36:08.015" v="1148" actId="478"/>
          <ac:spMkLst>
            <pc:docMk/>
            <pc:sldMk cId="2169878257" sldId="325"/>
            <ac:spMk id="4" creationId="{AD344E35-E40C-2311-E83A-21A556E2173F}"/>
          </ac:spMkLst>
        </pc:spChg>
        <pc:spChg chg="mod">
          <ac:chgData name="Leila Iñigo de la Cruz" userId="fae4ed0d-52e1-4e8b-ac73-77e0b7235c9a" providerId="ADAL" clId="{1E9E03C1-E5D4-4BEC-8EBD-C4DD5262B379}" dt="2026-05-11T09:36:30.468" v="1154" actId="404"/>
          <ac:spMkLst>
            <pc:docMk/>
            <pc:sldMk cId="2169878257" sldId="325"/>
            <ac:spMk id="7" creationId="{99EFC059-7753-CD3E-78B5-047FFE880494}"/>
          </ac:spMkLst>
        </pc:spChg>
        <pc:spChg chg="add mod">
          <ac:chgData name="Leila Iñigo de la Cruz" userId="fae4ed0d-52e1-4e8b-ac73-77e0b7235c9a" providerId="ADAL" clId="{1E9E03C1-E5D4-4BEC-8EBD-C4DD5262B379}" dt="2026-05-11T09:36:08.299" v="1149"/>
          <ac:spMkLst>
            <pc:docMk/>
            <pc:sldMk cId="2169878257" sldId="325"/>
            <ac:spMk id="8" creationId="{08460386-E852-128B-95E5-108730839665}"/>
          </ac:spMkLst>
        </pc:spChg>
        <pc:picChg chg="del">
          <ac:chgData name="Leila Iñigo de la Cruz" userId="fae4ed0d-52e1-4e8b-ac73-77e0b7235c9a" providerId="ADAL" clId="{1E9E03C1-E5D4-4BEC-8EBD-C4DD5262B379}" dt="2026-05-11T09:37:44.492" v="1171" actId="478"/>
          <ac:picMkLst>
            <pc:docMk/>
            <pc:sldMk cId="2169878257" sldId="325"/>
            <ac:picMk id="6" creationId="{30CC409B-A10C-A585-E13D-9A6FBD435282}"/>
          </ac:picMkLst>
        </pc:picChg>
      </pc:sldChg>
      <pc:sldChg chg="addSp delSp modSp add del mod setBg">
        <pc:chgData name="Leila Iñigo de la Cruz" userId="fae4ed0d-52e1-4e8b-ac73-77e0b7235c9a" providerId="ADAL" clId="{1E9E03C1-E5D4-4BEC-8EBD-C4DD5262B379}" dt="2026-05-11T12:54:05.830" v="5011" actId="47"/>
        <pc:sldMkLst>
          <pc:docMk/>
          <pc:sldMk cId="3254307931" sldId="326"/>
        </pc:sldMkLst>
        <pc:spChg chg="mod">
          <ac:chgData name="Leila Iñigo de la Cruz" userId="fae4ed0d-52e1-4e8b-ac73-77e0b7235c9a" providerId="ADAL" clId="{1E9E03C1-E5D4-4BEC-8EBD-C4DD5262B379}" dt="2026-05-11T09:36:34.297" v="1155" actId="404"/>
          <ac:spMkLst>
            <pc:docMk/>
            <pc:sldMk cId="3254307931" sldId="326"/>
            <ac:spMk id="2" creationId="{D56DD983-0E9F-26B4-87D3-3F3160A527BC}"/>
          </ac:spMkLst>
        </pc:spChg>
        <pc:spChg chg="mod">
          <ac:chgData name="Leila Iñigo de la Cruz" userId="fae4ed0d-52e1-4e8b-ac73-77e0b7235c9a" providerId="ADAL" clId="{1E9E03C1-E5D4-4BEC-8EBD-C4DD5262B379}" dt="2026-05-11T09:36:34.297" v="1155" actId="404"/>
          <ac:spMkLst>
            <pc:docMk/>
            <pc:sldMk cId="3254307931" sldId="326"/>
            <ac:spMk id="3" creationId="{6386EF61-4495-C077-080A-63541FAD79A8}"/>
          </ac:spMkLst>
        </pc:spChg>
        <pc:spChg chg="del">
          <ac:chgData name="Leila Iñigo de la Cruz" userId="fae4ed0d-52e1-4e8b-ac73-77e0b7235c9a" providerId="ADAL" clId="{1E9E03C1-E5D4-4BEC-8EBD-C4DD5262B379}" dt="2026-05-11T09:36:12.956" v="1150" actId="478"/>
          <ac:spMkLst>
            <pc:docMk/>
            <pc:sldMk cId="3254307931" sldId="326"/>
            <ac:spMk id="4" creationId="{97FAA378-D5C1-22CC-70F8-865E2506DB74}"/>
          </ac:spMkLst>
        </pc:spChg>
        <pc:spChg chg="add mod">
          <ac:chgData name="Leila Iñigo de la Cruz" userId="fae4ed0d-52e1-4e8b-ac73-77e0b7235c9a" providerId="ADAL" clId="{1E9E03C1-E5D4-4BEC-8EBD-C4DD5262B379}" dt="2026-05-11T09:36:13.380" v="1151"/>
          <ac:spMkLst>
            <pc:docMk/>
            <pc:sldMk cId="3254307931" sldId="326"/>
            <ac:spMk id="5" creationId="{981A0F4A-761D-76E4-4998-9A3AC2BA3A22}"/>
          </ac:spMkLst>
        </pc:spChg>
        <pc:spChg chg="mod">
          <ac:chgData name="Leila Iñigo de la Cruz" userId="fae4ed0d-52e1-4e8b-ac73-77e0b7235c9a" providerId="ADAL" clId="{1E9E03C1-E5D4-4BEC-8EBD-C4DD5262B379}" dt="2026-05-11T09:36:34.297" v="1155" actId="404"/>
          <ac:spMkLst>
            <pc:docMk/>
            <pc:sldMk cId="3254307931" sldId="326"/>
            <ac:spMk id="7" creationId="{420E4C9B-D083-9D73-AF04-AEE038F7AF74}"/>
          </ac:spMkLst>
        </pc:spChg>
        <pc:picChg chg="del">
          <ac:chgData name="Leila Iñigo de la Cruz" userId="fae4ed0d-52e1-4e8b-ac73-77e0b7235c9a" providerId="ADAL" clId="{1E9E03C1-E5D4-4BEC-8EBD-C4DD5262B379}" dt="2026-05-11T09:37:42.475" v="1170" actId="478"/>
          <ac:picMkLst>
            <pc:docMk/>
            <pc:sldMk cId="3254307931" sldId="326"/>
            <ac:picMk id="6" creationId="{8E1BB75D-F2F9-67A5-90B7-DD1933837A8E}"/>
          </ac:picMkLst>
        </pc:picChg>
      </pc:sldChg>
      <pc:sldChg chg="addSp delSp modSp add mod modNotesTx">
        <pc:chgData name="Leila Iñigo de la Cruz" userId="fae4ed0d-52e1-4e8b-ac73-77e0b7235c9a" providerId="ADAL" clId="{1E9E03C1-E5D4-4BEC-8EBD-C4DD5262B379}" dt="2026-05-11T09:37:33.034" v="1168" actId="478"/>
        <pc:sldMkLst>
          <pc:docMk/>
          <pc:sldMk cId="2647703291" sldId="327"/>
        </pc:sldMkLst>
        <pc:spChg chg="add mod">
          <ac:chgData name="Leila Iñigo de la Cruz" userId="fae4ed0d-52e1-4e8b-ac73-77e0b7235c9a" providerId="ADAL" clId="{1E9E03C1-E5D4-4BEC-8EBD-C4DD5262B379}" dt="2026-05-11T09:09:46.909" v="850"/>
          <ac:spMkLst>
            <pc:docMk/>
            <pc:sldMk cId="2647703291" sldId="327"/>
            <ac:spMk id="2" creationId="{9463F714-86B2-C16A-DD2E-A7C689ABE0F2}"/>
          </ac:spMkLst>
        </pc:spChg>
        <pc:spChg chg="add mod">
          <ac:chgData name="Leila Iñigo de la Cruz" userId="fae4ed0d-52e1-4e8b-ac73-77e0b7235c9a" providerId="ADAL" clId="{1E9E03C1-E5D4-4BEC-8EBD-C4DD5262B379}" dt="2026-05-11T09:37:23.060" v="1167" actId="403"/>
          <ac:spMkLst>
            <pc:docMk/>
            <pc:sldMk cId="2647703291" sldId="327"/>
            <ac:spMk id="3" creationId="{90A48651-8A80-B3AF-C388-E2B0D95DAF84}"/>
          </ac:spMkLst>
        </pc:spChg>
        <pc:spChg chg="mod">
          <ac:chgData name="Leila Iñigo de la Cruz" userId="fae4ed0d-52e1-4e8b-ac73-77e0b7235c9a" providerId="ADAL" clId="{1E9E03C1-E5D4-4BEC-8EBD-C4DD5262B379}" dt="2026-05-07T07:49:37.542" v="767" actId="14100"/>
          <ac:spMkLst>
            <pc:docMk/>
            <pc:sldMk cId="2647703291" sldId="327"/>
            <ac:spMk id="16" creationId="{0E70BC59-783E-0878-1D9E-E2C2F1ACC5DC}"/>
          </ac:spMkLst>
        </pc:spChg>
        <pc:spChg chg="del mod">
          <ac:chgData name="Leila Iñigo de la Cruz" userId="fae4ed0d-52e1-4e8b-ac73-77e0b7235c9a" providerId="ADAL" clId="{1E9E03C1-E5D4-4BEC-8EBD-C4DD5262B379}" dt="2026-05-11T09:09:00.554" v="843" actId="21"/>
          <ac:spMkLst>
            <pc:docMk/>
            <pc:sldMk cId="2647703291" sldId="327"/>
            <ac:spMk id="17" creationId="{BCC4AAC9-5DDB-6C4A-AD30-7C2FD78C1CE2}"/>
          </ac:spMkLst>
        </pc:spChg>
        <pc:spChg chg="mod">
          <ac:chgData name="Leila Iñigo de la Cruz" userId="fae4ed0d-52e1-4e8b-ac73-77e0b7235c9a" providerId="ADAL" clId="{1E9E03C1-E5D4-4BEC-8EBD-C4DD5262B379}" dt="2026-05-11T09:37:08.493" v="1165" actId="14100"/>
          <ac:spMkLst>
            <pc:docMk/>
            <pc:sldMk cId="2647703291" sldId="327"/>
            <ac:spMk id="25" creationId="{758CCE4D-7D5C-412C-889E-869141F8ACFD}"/>
          </ac:spMkLst>
        </pc:spChg>
        <pc:picChg chg="del">
          <ac:chgData name="Leila Iñigo de la Cruz" userId="fae4ed0d-52e1-4e8b-ac73-77e0b7235c9a" providerId="ADAL" clId="{1E9E03C1-E5D4-4BEC-8EBD-C4DD5262B379}" dt="2026-05-11T09:37:33.034" v="1168" actId="478"/>
          <ac:picMkLst>
            <pc:docMk/>
            <pc:sldMk cId="2647703291" sldId="327"/>
            <ac:picMk id="551" creationId="{91E71E01-93DE-7278-363A-932FFA8C8285}"/>
          </ac:picMkLst>
        </pc:picChg>
      </pc:sldChg>
      <pc:sldChg chg="addSp delSp modSp add mod ord modNotesTx">
        <pc:chgData name="Leila Iñigo de la Cruz" userId="fae4ed0d-52e1-4e8b-ac73-77e0b7235c9a" providerId="ADAL" clId="{1E9E03C1-E5D4-4BEC-8EBD-C4DD5262B379}" dt="2026-05-12T11:59:45.066" v="6274"/>
        <pc:sldMkLst>
          <pc:docMk/>
          <pc:sldMk cId="2933787726" sldId="328"/>
        </pc:sldMkLst>
        <pc:spChg chg="add del mod">
          <ac:chgData name="Leila Iñigo de la Cruz" userId="fae4ed0d-52e1-4e8b-ac73-77e0b7235c9a" providerId="ADAL" clId="{1E9E03C1-E5D4-4BEC-8EBD-C4DD5262B379}" dt="2026-05-12T11:55:11.125" v="6221" actId="478"/>
          <ac:spMkLst>
            <pc:docMk/>
            <pc:sldMk cId="2933787726" sldId="328"/>
            <ac:spMk id="2" creationId="{B59C21C4-568D-4576-6E79-13903E3561E8}"/>
          </ac:spMkLst>
        </pc:spChg>
        <pc:spChg chg="add del mod">
          <ac:chgData name="Leila Iñigo de la Cruz" userId="fae4ed0d-52e1-4e8b-ac73-77e0b7235c9a" providerId="ADAL" clId="{1E9E03C1-E5D4-4BEC-8EBD-C4DD5262B379}" dt="2026-05-12T11:55:08.849" v="6220" actId="478"/>
          <ac:spMkLst>
            <pc:docMk/>
            <pc:sldMk cId="2933787726" sldId="328"/>
            <ac:spMk id="3" creationId="{6777D2F2-BF6A-50AE-7963-522D82CD8844}"/>
          </ac:spMkLst>
        </pc:spChg>
        <pc:spChg chg="add del mod">
          <ac:chgData name="Leila Iñigo de la Cruz" userId="fae4ed0d-52e1-4e8b-ac73-77e0b7235c9a" providerId="ADAL" clId="{1E9E03C1-E5D4-4BEC-8EBD-C4DD5262B379}" dt="2026-05-12T11:56:48.399" v="6241" actId="478"/>
          <ac:spMkLst>
            <pc:docMk/>
            <pc:sldMk cId="2933787726" sldId="328"/>
            <ac:spMk id="7" creationId="{64B8CD69-052B-9CB9-06D8-B11EE029BDDC}"/>
          </ac:spMkLst>
        </pc:spChg>
        <pc:spChg chg="add del mod">
          <ac:chgData name="Leila Iñigo de la Cruz" userId="fae4ed0d-52e1-4e8b-ac73-77e0b7235c9a" providerId="ADAL" clId="{1E9E03C1-E5D4-4BEC-8EBD-C4DD5262B379}" dt="2026-05-12T11:58:20.688" v="6261" actId="478"/>
          <ac:spMkLst>
            <pc:docMk/>
            <pc:sldMk cId="2933787726" sldId="328"/>
            <ac:spMk id="8" creationId="{A6C72FBA-6FF8-0AF7-8115-0EE62965BC0A}"/>
          </ac:spMkLst>
        </pc:spChg>
        <pc:spChg chg="mod">
          <ac:chgData name="Leila Iñigo de la Cruz" userId="fae4ed0d-52e1-4e8b-ac73-77e0b7235c9a" providerId="ADAL" clId="{1E9E03C1-E5D4-4BEC-8EBD-C4DD5262B379}" dt="2026-05-12T11:57:12.374" v="6242"/>
          <ac:spMkLst>
            <pc:docMk/>
            <pc:sldMk cId="2933787726" sldId="328"/>
            <ac:spMk id="10" creationId="{E7ED0494-2B47-8254-B78E-D115FDF49EB3}"/>
          </ac:spMkLst>
        </pc:spChg>
        <pc:spChg chg="mod">
          <ac:chgData name="Leila Iñigo de la Cruz" userId="fae4ed0d-52e1-4e8b-ac73-77e0b7235c9a" providerId="ADAL" clId="{1E9E03C1-E5D4-4BEC-8EBD-C4DD5262B379}" dt="2026-05-12T11:57:12.374" v="6242"/>
          <ac:spMkLst>
            <pc:docMk/>
            <pc:sldMk cId="2933787726" sldId="328"/>
            <ac:spMk id="11" creationId="{93079796-CA19-BCFF-613D-B6E3447BA2F9}"/>
          </ac:spMkLst>
        </pc:spChg>
        <pc:spChg chg="mod">
          <ac:chgData name="Leila Iñigo de la Cruz" userId="fae4ed0d-52e1-4e8b-ac73-77e0b7235c9a" providerId="ADAL" clId="{1E9E03C1-E5D4-4BEC-8EBD-C4DD5262B379}" dt="2026-05-12T11:57:12.374" v="6242"/>
          <ac:spMkLst>
            <pc:docMk/>
            <pc:sldMk cId="2933787726" sldId="328"/>
            <ac:spMk id="12" creationId="{DD09F585-946B-8201-8DF4-A32EC245D6B6}"/>
          </ac:spMkLst>
        </pc:spChg>
        <pc:spChg chg="mod">
          <ac:chgData name="Leila Iñigo de la Cruz" userId="fae4ed0d-52e1-4e8b-ac73-77e0b7235c9a" providerId="ADAL" clId="{1E9E03C1-E5D4-4BEC-8EBD-C4DD5262B379}" dt="2026-05-12T11:57:12.374" v="6242"/>
          <ac:spMkLst>
            <pc:docMk/>
            <pc:sldMk cId="2933787726" sldId="328"/>
            <ac:spMk id="13" creationId="{BD17740C-BD11-22A1-ADF1-B243770D3EC8}"/>
          </ac:spMkLst>
        </pc:spChg>
        <pc:spChg chg="mod">
          <ac:chgData name="Leila Iñigo de la Cruz" userId="fae4ed0d-52e1-4e8b-ac73-77e0b7235c9a" providerId="ADAL" clId="{1E9E03C1-E5D4-4BEC-8EBD-C4DD5262B379}" dt="2026-05-12T11:57:12.374" v="6242"/>
          <ac:spMkLst>
            <pc:docMk/>
            <pc:sldMk cId="2933787726" sldId="328"/>
            <ac:spMk id="14" creationId="{A0CA7449-7AAE-49C8-1ECB-244653B4E2AE}"/>
          </ac:spMkLst>
        </pc:spChg>
        <pc:spChg chg="mod">
          <ac:chgData name="Leila Iñigo de la Cruz" userId="fae4ed0d-52e1-4e8b-ac73-77e0b7235c9a" providerId="ADAL" clId="{1E9E03C1-E5D4-4BEC-8EBD-C4DD5262B379}" dt="2026-05-12T11:57:12.374" v="6242"/>
          <ac:spMkLst>
            <pc:docMk/>
            <pc:sldMk cId="2933787726" sldId="328"/>
            <ac:spMk id="15" creationId="{70695EBF-8885-9BB7-B936-DA249774138C}"/>
          </ac:spMkLst>
        </pc:spChg>
        <pc:spChg chg="del mod">
          <ac:chgData name="Leila Iñigo de la Cruz" userId="fae4ed0d-52e1-4e8b-ac73-77e0b7235c9a" providerId="ADAL" clId="{1E9E03C1-E5D4-4BEC-8EBD-C4DD5262B379}" dt="2026-05-12T11:59:38.637" v="6271" actId="478"/>
          <ac:spMkLst>
            <pc:docMk/>
            <pc:sldMk cId="2933787726" sldId="328"/>
            <ac:spMk id="16" creationId="{E18085D9-9924-10E6-3BBA-164994BC9E79}"/>
          </ac:spMkLst>
        </pc:spChg>
        <pc:spChg chg="del mod">
          <ac:chgData name="Leila Iñigo de la Cruz" userId="fae4ed0d-52e1-4e8b-ac73-77e0b7235c9a" providerId="ADAL" clId="{1E9E03C1-E5D4-4BEC-8EBD-C4DD5262B379}" dt="2026-05-11T14:40:57.853" v="5256" actId="478"/>
          <ac:spMkLst>
            <pc:docMk/>
            <pc:sldMk cId="2933787726" sldId="328"/>
            <ac:spMk id="17" creationId="{165EA102-B4A1-06F5-14FE-999F75F1983C}"/>
          </ac:spMkLst>
        </pc:spChg>
        <pc:spChg chg="mod">
          <ac:chgData name="Leila Iñigo de la Cruz" userId="fae4ed0d-52e1-4e8b-ac73-77e0b7235c9a" providerId="ADAL" clId="{1E9E03C1-E5D4-4BEC-8EBD-C4DD5262B379}" dt="2026-05-12T11:57:12.374" v="6242"/>
          <ac:spMkLst>
            <pc:docMk/>
            <pc:sldMk cId="2933787726" sldId="328"/>
            <ac:spMk id="17" creationId="{7100A557-E699-59E2-7A4C-5558CD8F0A91}"/>
          </ac:spMkLst>
        </pc:spChg>
        <pc:spChg chg="mod">
          <ac:chgData name="Leila Iñigo de la Cruz" userId="fae4ed0d-52e1-4e8b-ac73-77e0b7235c9a" providerId="ADAL" clId="{1E9E03C1-E5D4-4BEC-8EBD-C4DD5262B379}" dt="2026-05-12T11:57:12.374" v="6242"/>
          <ac:spMkLst>
            <pc:docMk/>
            <pc:sldMk cId="2933787726" sldId="328"/>
            <ac:spMk id="18" creationId="{E66AC63F-1F63-34A3-121C-E0AFFE507C50}"/>
          </ac:spMkLst>
        </pc:spChg>
        <pc:spChg chg="add del mod">
          <ac:chgData name="Leila Iñigo de la Cruz" userId="fae4ed0d-52e1-4e8b-ac73-77e0b7235c9a" providerId="ADAL" clId="{1E9E03C1-E5D4-4BEC-8EBD-C4DD5262B379}" dt="2026-05-12T11:59:43.596" v="6273" actId="478"/>
          <ac:spMkLst>
            <pc:docMk/>
            <pc:sldMk cId="2933787726" sldId="328"/>
            <ac:spMk id="19" creationId="{15357538-1A55-E3C7-BED8-11A062F8E45C}"/>
          </ac:spMkLst>
        </pc:spChg>
        <pc:spChg chg="add del mod">
          <ac:chgData name="Leila Iñigo de la Cruz" userId="fae4ed0d-52e1-4e8b-ac73-77e0b7235c9a" providerId="ADAL" clId="{1E9E03C1-E5D4-4BEC-8EBD-C4DD5262B379}" dt="2026-05-12T11:59:40.765" v="6272" actId="478"/>
          <ac:spMkLst>
            <pc:docMk/>
            <pc:sldMk cId="2933787726" sldId="328"/>
            <ac:spMk id="21" creationId="{21C0CE7E-553D-2A99-D2B1-DADE5C6AF63D}"/>
          </ac:spMkLst>
        </pc:spChg>
        <pc:spChg chg="add mod">
          <ac:chgData name="Leila Iñigo de la Cruz" userId="fae4ed0d-52e1-4e8b-ac73-77e0b7235c9a" providerId="ADAL" clId="{1E9E03C1-E5D4-4BEC-8EBD-C4DD5262B379}" dt="2026-05-12T11:59:45.066" v="6274"/>
          <ac:spMkLst>
            <pc:docMk/>
            <pc:sldMk cId="2933787726" sldId="328"/>
            <ac:spMk id="22" creationId="{2ABFC1F9-20FC-619D-D1BD-696067F58250}"/>
          </ac:spMkLst>
        </pc:spChg>
        <pc:spChg chg="add mod">
          <ac:chgData name="Leila Iñigo de la Cruz" userId="fae4ed0d-52e1-4e8b-ac73-77e0b7235c9a" providerId="ADAL" clId="{1E9E03C1-E5D4-4BEC-8EBD-C4DD5262B379}" dt="2026-05-12T11:59:45.066" v="6274"/>
          <ac:spMkLst>
            <pc:docMk/>
            <pc:sldMk cId="2933787726" sldId="328"/>
            <ac:spMk id="23" creationId="{04B5E885-CFAC-22B9-B60E-2DA462023C6E}"/>
          </ac:spMkLst>
        </pc:spChg>
        <pc:spChg chg="del mod">
          <ac:chgData name="Leila Iñigo de la Cruz" userId="fae4ed0d-52e1-4e8b-ac73-77e0b7235c9a" providerId="ADAL" clId="{1E9E03C1-E5D4-4BEC-8EBD-C4DD5262B379}" dt="2026-05-11T14:41:12.763" v="5259" actId="478"/>
          <ac:spMkLst>
            <pc:docMk/>
            <pc:sldMk cId="2933787726" sldId="328"/>
            <ac:spMk id="25" creationId="{49295BAA-E449-8698-B5C9-E4DDA40AB254}"/>
          </ac:spMkLst>
        </pc:spChg>
        <pc:grpChg chg="add del mod">
          <ac:chgData name="Leila Iñigo de la Cruz" userId="fae4ed0d-52e1-4e8b-ac73-77e0b7235c9a" providerId="ADAL" clId="{1E9E03C1-E5D4-4BEC-8EBD-C4DD5262B379}" dt="2026-05-12T11:58:20.688" v="6261" actId="478"/>
          <ac:grpSpMkLst>
            <pc:docMk/>
            <pc:sldMk cId="2933787726" sldId="328"/>
            <ac:grpSpMk id="9" creationId="{79CF06B7-842C-150D-CD19-219B49D9FFB9}"/>
          </ac:grpSpMkLst>
        </pc:grpChg>
        <pc:picChg chg="add del mod">
          <ac:chgData name="Leila Iñigo de la Cruz" userId="fae4ed0d-52e1-4e8b-ac73-77e0b7235c9a" providerId="ADAL" clId="{1E9E03C1-E5D4-4BEC-8EBD-C4DD5262B379}" dt="2026-05-12T11:56:48.399" v="6241" actId="478"/>
          <ac:picMkLst>
            <pc:docMk/>
            <pc:sldMk cId="2933787726" sldId="328"/>
            <ac:picMk id="4" creationId="{82A20C65-2A2A-4CB5-9B39-B6DFF54D0727}"/>
          </ac:picMkLst>
        </pc:picChg>
        <pc:picChg chg="add del mod">
          <ac:chgData name="Leila Iñigo de la Cruz" userId="fae4ed0d-52e1-4e8b-ac73-77e0b7235c9a" providerId="ADAL" clId="{1E9E03C1-E5D4-4BEC-8EBD-C4DD5262B379}" dt="2026-05-12T11:56:48.399" v="6241" actId="478"/>
          <ac:picMkLst>
            <pc:docMk/>
            <pc:sldMk cId="2933787726" sldId="328"/>
            <ac:picMk id="6" creationId="{CAD7183E-446F-683C-2CB4-F0AFAFF4F472}"/>
          </ac:picMkLst>
        </pc:picChg>
        <pc:picChg chg="del">
          <ac:chgData name="Leila Iñigo de la Cruz" userId="fae4ed0d-52e1-4e8b-ac73-77e0b7235c9a" providerId="ADAL" clId="{1E9E03C1-E5D4-4BEC-8EBD-C4DD5262B379}" dt="2026-05-11T09:37:35.989" v="1169" actId="478"/>
          <ac:picMkLst>
            <pc:docMk/>
            <pc:sldMk cId="2933787726" sldId="328"/>
            <ac:picMk id="551" creationId="{971CDFF6-C1EF-6214-7798-A19F82BF21BC}"/>
          </ac:picMkLst>
        </pc:picChg>
      </pc:sldChg>
      <pc:sldChg chg="addSp delSp modSp add mod modNotesTx">
        <pc:chgData name="Leila Iñigo de la Cruz" userId="fae4ed0d-52e1-4e8b-ac73-77e0b7235c9a" providerId="ADAL" clId="{1E9E03C1-E5D4-4BEC-8EBD-C4DD5262B379}" dt="2026-05-11T11:13:39.421" v="2946" actId="20577"/>
        <pc:sldMkLst>
          <pc:docMk/>
          <pc:sldMk cId="2523882070" sldId="329"/>
        </pc:sldMkLst>
        <pc:spChg chg="add mod">
          <ac:chgData name="Leila Iñigo de la Cruz" userId="fae4ed0d-52e1-4e8b-ac73-77e0b7235c9a" providerId="ADAL" clId="{1E9E03C1-E5D4-4BEC-8EBD-C4DD5262B379}" dt="2026-05-07T07:54:59.078" v="826" actId="1076"/>
          <ac:spMkLst>
            <pc:docMk/>
            <pc:sldMk cId="2523882070" sldId="329"/>
            <ac:spMk id="2" creationId="{35895FE5-5008-9C90-15F3-8FDA7CA454A3}"/>
          </ac:spMkLst>
        </pc:spChg>
        <pc:spChg chg="add mod topLvl">
          <ac:chgData name="Leila Iñigo de la Cruz" userId="fae4ed0d-52e1-4e8b-ac73-77e0b7235c9a" providerId="ADAL" clId="{1E9E03C1-E5D4-4BEC-8EBD-C4DD5262B379}" dt="2026-05-07T07:54:59.078" v="826" actId="1076"/>
          <ac:spMkLst>
            <pc:docMk/>
            <pc:sldMk cId="2523882070" sldId="329"/>
            <ac:spMk id="4" creationId="{5679F824-EFEA-6790-968F-181E856CC31A}"/>
          </ac:spMkLst>
        </pc:spChg>
        <pc:spChg chg="add mod">
          <ac:chgData name="Leila Iñigo de la Cruz" userId="fae4ed0d-52e1-4e8b-ac73-77e0b7235c9a" providerId="ADAL" clId="{1E9E03C1-E5D4-4BEC-8EBD-C4DD5262B379}" dt="2026-05-07T07:54:59.078" v="826" actId="1076"/>
          <ac:spMkLst>
            <pc:docMk/>
            <pc:sldMk cId="2523882070" sldId="329"/>
            <ac:spMk id="5" creationId="{F2374A2F-F89F-00BE-FE5D-9B37B1A933F2}"/>
          </ac:spMkLst>
        </pc:spChg>
        <pc:spChg chg="add mod">
          <ac:chgData name="Leila Iñigo de la Cruz" userId="fae4ed0d-52e1-4e8b-ac73-77e0b7235c9a" providerId="ADAL" clId="{1E9E03C1-E5D4-4BEC-8EBD-C4DD5262B379}" dt="2026-05-07T07:54:59.078" v="826" actId="1076"/>
          <ac:spMkLst>
            <pc:docMk/>
            <pc:sldMk cId="2523882070" sldId="329"/>
            <ac:spMk id="6" creationId="{4CABF0C1-0347-C06E-C8E6-13F1818B51A6}"/>
          </ac:spMkLst>
        </pc:spChg>
        <pc:spChg chg="add mod">
          <ac:chgData name="Leila Iñigo de la Cruz" userId="fae4ed0d-52e1-4e8b-ac73-77e0b7235c9a" providerId="ADAL" clId="{1E9E03C1-E5D4-4BEC-8EBD-C4DD5262B379}" dt="2026-05-11T09:09:35.532" v="849" actId="20577"/>
          <ac:spMkLst>
            <pc:docMk/>
            <pc:sldMk cId="2523882070" sldId="329"/>
            <ac:spMk id="7" creationId="{6CC4FB1D-EA31-E066-0D2C-FC8D60DCB9BB}"/>
          </ac:spMkLst>
        </pc:spChg>
        <pc:spChg chg="add mod topLvl">
          <ac:chgData name="Leila Iñigo de la Cruz" userId="fae4ed0d-52e1-4e8b-ac73-77e0b7235c9a" providerId="ADAL" clId="{1E9E03C1-E5D4-4BEC-8EBD-C4DD5262B379}" dt="2026-05-07T07:54:59.078" v="826" actId="1076"/>
          <ac:spMkLst>
            <pc:docMk/>
            <pc:sldMk cId="2523882070" sldId="329"/>
            <ac:spMk id="8" creationId="{78D55F14-754D-15B1-22EE-8BA63595D723}"/>
          </ac:spMkLst>
        </pc:spChg>
        <pc:spChg chg="add mod topLvl">
          <ac:chgData name="Leila Iñigo de la Cruz" userId="fae4ed0d-52e1-4e8b-ac73-77e0b7235c9a" providerId="ADAL" clId="{1E9E03C1-E5D4-4BEC-8EBD-C4DD5262B379}" dt="2026-05-07T07:54:59.078" v="826" actId="1076"/>
          <ac:spMkLst>
            <pc:docMk/>
            <pc:sldMk cId="2523882070" sldId="329"/>
            <ac:spMk id="9" creationId="{5D9E67DF-641E-C24B-64C2-AD21053D35FA}"/>
          </ac:spMkLst>
        </pc:spChg>
        <pc:spChg chg="add mod">
          <ac:chgData name="Leila Iñigo de la Cruz" userId="fae4ed0d-52e1-4e8b-ac73-77e0b7235c9a" providerId="ADAL" clId="{1E9E03C1-E5D4-4BEC-8EBD-C4DD5262B379}" dt="2026-05-07T07:54:59.078" v="826" actId="1076"/>
          <ac:spMkLst>
            <pc:docMk/>
            <pc:sldMk cId="2523882070" sldId="329"/>
            <ac:spMk id="11" creationId="{FE1183B9-A2FF-C36B-118F-FE46A6049D44}"/>
          </ac:spMkLst>
        </pc:spChg>
        <pc:spChg chg="add mod">
          <ac:chgData name="Leila Iñigo de la Cruz" userId="fae4ed0d-52e1-4e8b-ac73-77e0b7235c9a" providerId="ADAL" clId="{1E9E03C1-E5D4-4BEC-8EBD-C4DD5262B379}" dt="2026-05-07T07:54:59.078" v="826" actId="1076"/>
          <ac:spMkLst>
            <pc:docMk/>
            <pc:sldMk cId="2523882070" sldId="329"/>
            <ac:spMk id="12" creationId="{FFD1F6EA-8581-B998-9F67-006E431749F1}"/>
          </ac:spMkLst>
        </pc:spChg>
        <pc:spChg chg="mod">
          <ac:chgData name="Leila Iñigo de la Cruz" userId="fae4ed0d-52e1-4e8b-ac73-77e0b7235c9a" providerId="ADAL" clId="{1E9E03C1-E5D4-4BEC-8EBD-C4DD5262B379}" dt="2026-05-07T07:52:41.412" v="801" actId="20577"/>
          <ac:spMkLst>
            <pc:docMk/>
            <pc:sldMk cId="2523882070" sldId="329"/>
            <ac:spMk id="16" creationId="{722B00AC-7AB1-B582-7BDD-FD1F1CF07AD0}"/>
          </ac:spMkLst>
        </pc:spChg>
        <pc:spChg chg="add del mod">
          <ac:chgData name="Leila Iñigo de la Cruz" userId="fae4ed0d-52e1-4e8b-ac73-77e0b7235c9a" providerId="ADAL" clId="{1E9E03C1-E5D4-4BEC-8EBD-C4DD5262B379}" dt="2026-05-11T09:09:20.807" v="846" actId="478"/>
          <ac:spMkLst>
            <pc:docMk/>
            <pc:sldMk cId="2523882070" sldId="329"/>
            <ac:spMk id="17" creationId="{BCC4AAC9-5DDB-6C4A-AD30-7C2FD78C1CE2}"/>
          </ac:spMkLst>
        </pc:spChg>
      </pc:sldChg>
      <pc:sldChg chg="addSp delSp modSp add mod">
        <pc:chgData name="Leila Iñigo de la Cruz" userId="fae4ed0d-52e1-4e8b-ac73-77e0b7235c9a" providerId="ADAL" clId="{1E9E03C1-E5D4-4BEC-8EBD-C4DD5262B379}" dt="2026-05-11T12:19:25.334" v="3884" actId="20577"/>
        <pc:sldMkLst>
          <pc:docMk/>
          <pc:sldMk cId="661144588" sldId="330"/>
        </pc:sldMkLst>
        <pc:spChg chg="del">
          <ac:chgData name="Leila Iñigo de la Cruz" userId="fae4ed0d-52e1-4e8b-ac73-77e0b7235c9a" providerId="ADAL" clId="{1E9E03C1-E5D4-4BEC-8EBD-C4DD5262B379}" dt="2026-05-11T09:12:16.166" v="865" actId="478"/>
          <ac:spMkLst>
            <pc:docMk/>
            <pc:sldMk cId="661144588" sldId="330"/>
            <ac:spMk id="2" creationId="{83B195BF-CED2-EE20-F0FA-C6D43E20D509}"/>
          </ac:spMkLst>
        </pc:spChg>
        <pc:spChg chg="del">
          <ac:chgData name="Leila Iñigo de la Cruz" userId="fae4ed0d-52e1-4e8b-ac73-77e0b7235c9a" providerId="ADAL" clId="{1E9E03C1-E5D4-4BEC-8EBD-C4DD5262B379}" dt="2026-05-11T09:12:17.027" v="866" actId="478"/>
          <ac:spMkLst>
            <pc:docMk/>
            <pc:sldMk cId="661144588" sldId="330"/>
            <ac:spMk id="4" creationId="{D9915F58-E0E8-84B0-E9F9-1F412BEB2660}"/>
          </ac:spMkLst>
        </pc:spChg>
        <pc:spChg chg="del">
          <ac:chgData name="Leila Iñigo de la Cruz" userId="fae4ed0d-52e1-4e8b-ac73-77e0b7235c9a" providerId="ADAL" clId="{1E9E03C1-E5D4-4BEC-8EBD-C4DD5262B379}" dt="2026-05-11T09:12:23.380" v="871" actId="478"/>
          <ac:spMkLst>
            <pc:docMk/>
            <pc:sldMk cId="661144588" sldId="330"/>
            <ac:spMk id="5" creationId="{D13B44D7-0664-3080-83C0-57B45556AAE0}"/>
          </ac:spMkLst>
        </pc:spChg>
        <pc:spChg chg="del mod">
          <ac:chgData name="Leila Iñigo de la Cruz" userId="fae4ed0d-52e1-4e8b-ac73-77e0b7235c9a" providerId="ADAL" clId="{1E9E03C1-E5D4-4BEC-8EBD-C4DD5262B379}" dt="2026-05-11T09:12:21.381" v="869" actId="478"/>
          <ac:spMkLst>
            <pc:docMk/>
            <pc:sldMk cId="661144588" sldId="330"/>
            <ac:spMk id="6" creationId="{0580C842-AEEF-4B46-C0C3-27B12A0A096A}"/>
          </ac:spMkLst>
        </pc:spChg>
        <pc:spChg chg="del">
          <ac:chgData name="Leila Iñigo de la Cruz" userId="fae4ed0d-52e1-4e8b-ac73-77e0b7235c9a" providerId="ADAL" clId="{1E9E03C1-E5D4-4BEC-8EBD-C4DD5262B379}" dt="2026-05-11T09:12:22.602" v="870" actId="478"/>
          <ac:spMkLst>
            <pc:docMk/>
            <pc:sldMk cId="661144588" sldId="330"/>
            <ac:spMk id="7" creationId="{9B5C3F62-BBF2-931A-EF92-557213182512}"/>
          </ac:spMkLst>
        </pc:spChg>
        <pc:spChg chg="del">
          <ac:chgData name="Leila Iñigo de la Cruz" userId="fae4ed0d-52e1-4e8b-ac73-77e0b7235c9a" providerId="ADAL" clId="{1E9E03C1-E5D4-4BEC-8EBD-C4DD5262B379}" dt="2026-05-11T09:12:18.601" v="867" actId="478"/>
          <ac:spMkLst>
            <pc:docMk/>
            <pc:sldMk cId="661144588" sldId="330"/>
            <ac:spMk id="8" creationId="{633F91FE-0C53-AB82-01FF-D986DB381550}"/>
          </ac:spMkLst>
        </pc:spChg>
        <pc:spChg chg="del">
          <ac:chgData name="Leila Iñigo de la Cruz" userId="fae4ed0d-52e1-4e8b-ac73-77e0b7235c9a" providerId="ADAL" clId="{1E9E03C1-E5D4-4BEC-8EBD-C4DD5262B379}" dt="2026-05-11T09:12:18.601" v="867" actId="478"/>
          <ac:spMkLst>
            <pc:docMk/>
            <pc:sldMk cId="661144588" sldId="330"/>
            <ac:spMk id="9" creationId="{DB3A0579-2076-92BF-729C-BCBF9A8094D0}"/>
          </ac:spMkLst>
        </pc:spChg>
        <pc:spChg chg="add del mod">
          <ac:chgData name="Leila Iñigo de la Cruz" userId="fae4ed0d-52e1-4e8b-ac73-77e0b7235c9a" providerId="ADAL" clId="{1E9E03C1-E5D4-4BEC-8EBD-C4DD5262B379}" dt="2026-05-11T12:16:51.765" v="3723" actId="478"/>
          <ac:spMkLst>
            <pc:docMk/>
            <pc:sldMk cId="661144588" sldId="330"/>
            <ac:spMk id="10" creationId="{8EF22F12-27D6-A9BE-B4A0-4F4AAE6E9CCA}"/>
          </ac:spMkLst>
        </pc:spChg>
        <pc:spChg chg="del">
          <ac:chgData name="Leila Iñigo de la Cruz" userId="fae4ed0d-52e1-4e8b-ac73-77e0b7235c9a" providerId="ADAL" clId="{1E9E03C1-E5D4-4BEC-8EBD-C4DD5262B379}" dt="2026-05-11T09:12:24.364" v="872" actId="478"/>
          <ac:spMkLst>
            <pc:docMk/>
            <pc:sldMk cId="661144588" sldId="330"/>
            <ac:spMk id="11" creationId="{1F15F46A-7D56-D351-AC51-CB6EF81F585E}"/>
          </ac:spMkLst>
        </pc:spChg>
        <pc:spChg chg="del">
          <ac:chgData name="Leila Iñigo de la Cruz" userId="fae4ed0d-52e1-4e8b-ac73-77e0b7235c9a" providerId="ADAL" clId="{1E9E03C1-E5D4-4BEC-8EBD-C4DD5262B379}" dt="2026-05-11T09:12:25.570" v="873" actId="478"/>
          <ac:spMkLst>
            <pc:docMk/>
            <pc:sldMk cId="661144588" sldId="330"/>
            <ac:spMk id="12" creationId="{3BC06C35-B36A-AFF7-5F78-B0F83021C9A2}"/>
          </ac:spMkLst>
        </pc:spChg>
        <pc:spChg chg="add mod">
          <ac:chgData name="Leila Iñigo de la Cruz" userId="fae4ed0d-52e1-4e8b-ac73-77e0b7235c9a" providerId="ADAL" clId="{1E9E03C1-E5D4-4BEC-8EBD-C4DD5262B379}" dt="2026-05-11T09:41:28.520" v="1196" actId="164"/>
          <ac:spMkLst>
            <pc:docMk/>
            <pc:sldMk cId="661144588" sldId="330"/>
            <ac:spMk id="14" creationId="{2EDB0C04-F7FD-F862-01A9-E6FA1B9D6DDC}"/>
          </ac:spMkLst>
        </pc:spChg>
        <pc:spChg chg="mod">
          <ac:chgData name="Leila Iñigo de la Cruz" userId="fae4ed0d-52e1-4e8b-ac73-77e0b7235c9a" providerId="ADAL" clId="{1E9E03C1-E5D4-4BEC-8EBD-C4DD5262B379}" dt="2026-05-11T09:19:35.378" v="934" actId="20577"/>
          <ac:spMkLst>
            <pc:docMk/>
            <pc:sldMk cId="661144588" sldId="330"/>
            <ac:spMk id="16" creationId="{0B17CEF9-BB20-CA85-91B4-ADF034358172}"/>
          </ac:spMkLst>
        </pc:spChg>
        <pc:spChg chg="add mod">
          <ac:chgData name="Leila Iñigo de la Cruz" userId="fae4ed0d-52e1-4e8b-ac73-77e0b7235c9a" providerId="ADAL" clId="{1E9E03C1-E5D4-4BEC-8EBD-C4DD5262B379}" dt="2026-05-11T09:41:14.804" v="1195" actId="164"/>
          <ac:spMkLst>
            <pc:docMk/>
            <pc:sldMk cId="661144588" sldId="330"/>
            <ac:spMk id="17" creationId="{4947E1DF-2D18-8025-05BC-E99D46CFD276}"/>
          </ac:spMkLst>
        </pc:spChg>
        <pc:spChg chg="add mod ord">
          <ac:chgData name="Leila Iñigo de la Cruz" userId="fae4ed0d-52e1-4e8b-ac73-77e0b7235c9a" providerId="ADAL" clId="{1E9E03C1-E5D4-4BEC-8EBD-C4DD5262B379}" dt="2026-05-11T09:41:14.804" v="1195" actId="164"/>
          <ac:spMkLst>
            <pc:docMk/>
            <pc:sldMk cId="661144588" sldId="330"/>
            <ac:spMk id="18" creationId="{F313F8D9-08AE-2491-8A14-FDF047D50186}"/>
          </ac:spMkLst>
        </pc:spChg>
        <pc:spChg chg="add mod">
          <ac:chgData name="Leila Iñigo de la Cruz" userId="fae4ed0d-52e1-4e8b-ac73-77e0b7235c9a" providerId="ADAL" clId="{1E9E03C1-E5D4-4BEC-8EBD-C4DD5262B379}" dt="2026-05-11T09:41:14.804" v="1195" actId="164"/>
          <ac:spMkLst>
            <pc:docMk/>
            <pc:sldMk cId="661144588" sldId="330"/>
            <ac:spMk id="19" creationId="{F66562CE-9A25-CD6C-595E-CB9538D888BA}"/>
          </ac:spMkLst>
        </pc:spChg>
        <pc:spChg chg="add mod">
          <ac:chgData name="Leila Iñigo de la Cruz" userId="fae4ed0d-52e1-4e8b-ac73-77e0b7235c9a" providerId="ADAL" clId="{1E9E03C1-E5D4-4BEC-8EBD-C4DD5262B379}" dt="2026-05-11T09:41:14.804" v="1195" actId="164"/>
          <ac:spMkLst>
            <pc:docMk/>
            <pc:sldMk cId="661144588" sldId="330"/>
            <ac:spMk id="20" creationId="{B6970F56-2FBD-A3E4-A3FB-D1EB0EEEFD9D}"/>
          </ac:spMkLst>
        </pc:spChg>
        <pc:spChg chg="add mod">
          <ac:chgData name="Leila Iñigo de la Cruz" userId="fae4ed0d-52e1-4e8b-ac73-77e0b7235c9a" providerId="ADAL" clId="{1E9E03C1-E5D4-4BEC-8EBD-C4DD5262B379}" dt="2026-05-11T09:41:28.520" v="1196" actId="164"/>
          <ac:spMkLst>
            <pc:docMk/>
            <pc:sldMk cId="661144588" sldId="330"/>
            <ac:spMk id="21" creationId="{C8FB5764-6C4F-29C4-610C-95C0E7C65738}"/>
          </ac:spMkLst>
        </pc:spChg>
        <pc:spChg chg="add mod ord">
          <ac:chgData name="Leila Iñigo de la Cruz" userId="fae4ed0d-52e1-4e8b-ac73-77e0b7235c9a" providerId="ADAL" clId="{1E9E03C1-E5D4-4BEC-8EBD-C4DD5262B379}" dt="2026-05-11T09:41:28.520" v="1196" actId="164"/>
          <ac:spMkLst>
            <pc:docMk/>
            <pc:sldMk cId="661144588" sldId="330"/>
            <ac:spMk id="22" creationId="{7A9FFF6D-5050-9D80-AACC-FD72F82904B1}"/>
          </ac:spMkLst>
        </pc:spChg>
        <pc:spChg chg="add del mod">
          <ac:chgData name="Leila Iñigo de la Cruz" userId="fae4ed0d-52e1-4e8b-ac73-77e0b7235c9a" providerId="ADAL" clId="{1E9E03C1-E5D4-4BEC-8EBD-C4DD5262B379}" dt="2026-05-11T09:32:40.801" v="1120" actId="478"/>
          <ac:spMkLst>
            <pc:docMk/>
            <pc:sldMk cId="661144588" sldId="330"/>
            <ac:spMk id="23" creationId="{52A26871-39C4-DA78-A7CE-A1A805DDE53E}"/>
          </ac:spMkLst>
        </pc:spChg>
        <pc:spChg chg="add mod">
          <ac:chgData name="Leila Iñigo de la Cruz" userId="fae4ed0d-52e1-4e8b-ac73-77e0b7235c9a" providerId="ADAL" clId="{1E9E03C1-E5D4-4BEC-8EBD-C4DD5262B379}" dt="2026-05-11T09:41:28.520" v="1196" actId="164"/>
          <ac:spMkLst>
            <pc:docMk/>
            <pc:sldMk cId="661144588" sldId="330"/>
            <ac:spMk id="24" creationId="{E95D2B37-6EE2-C7CA-4087-93728983BDA3}"/>
          </ac:spMkLst>
        </pc:spChg>
        <pc:spChg chg="add mod">
          <ac:chgData name="Leila Iñigo de la Cruz" userId="fae4ed0d-52e1-4e8b-ac73-77e0b7235c9a" providerId="ADAL" clId="{1E9E03C1-E5D4-4BEC-8EBD-C4DD5262B379}" dt="2026-05-11T12:19:25.334" v="3884" actId="20577"/>
          <ac:spMkLst>
            <pc:docMk/>
            <pc:sldMk cId="661144588" sldId="330"/>
            <ac:spMk id="29" creationId="{ABBA2590-F6D5-5451-A9FD-1F712C97B6CC}"/>
          </ac:spMkLst>
        </pc:spChg>
        <pc:grpChg chg="add mod">
          <ac:chgData name="Leila Iñigo de la Cruz" userId="fae4ed0d-52e1-4e8b-ac73-77e0b7235c9a" providerId="ADAL" clId="{1E9E03C1-E5D4-4BEC-8EBD-C4DD5262B379}" dt="2026-05-11T09:41:09.622" v="1194" actId="164"/>
          <ac:grpSpMkLst>
            <pc:docMk/>
            <pc:sldMk cId="661144588" sldId="330"/>
            <ac:grpSpMk id="25" creationId="{BBC54904-3A47-C1FB-86BD-BDA4FF57F556}"/>
          </ac:grpSpMkLst>
        </pc:grpChg>
        <pc:grpChg chg="add del mod">
          <ac:chgData name="Leila Iñigo de la Cruz" userId="fae4ed0d-52e1-4e8b-ac73-77e0b7235c9a" providerId="ADAL" clId="{1E9E03C1-E5D4-4BEC-8EBD-C4DD5262B379}" dt="2026-05-11T09:41:39.135" v="1200" actId="478"/>
          <ac:grpSpMkLst>
            <pc:docMk/>
            <pc:sldMk cId="661144588" sldId="330"/>
            <ac:grpSpMk id="26" creationId="{6C720E3C-4E67-02CD-EBB6-2AD2E7AF0FF4}"/>
          </ac:grpSpMkLst>
        </pc:grpChg>
        <pc:grpChg chg="add del mod">
          <ac:chgData name="Leila Iñigo de la Cruz" userId="fae4ed0d-52e1-4e8b-ac73-77e0b7235c9a" providerId="ADAL" clId="{1E9E03C1-E5D4-4BEC-8EBD-C4DD5262B379}" dt="2026-05-11T09:41:37.633" v="1199" actId="478"/>
          <ac:grpSpMkLst>
            <pc:docMk/>
            <pc:sldMk cId="661144588" sldId="330"/>
            <ac:grpSpMk id="27" creationId="{0FF6DCC7-BD63-925F-8675-E8BF5A25202B}"/>
          </ac:grpSpMkLst>
        </pc:grpChg>
      </pc:sldChg>
      <pc:sldChg chg="add del modNotesTx">
        <pc:chgData name="Leila Iñigo de la Cruz" userId="fae4ed0d-52e1-4e8b-ac73-77e0b7235c9a" providerId="ADAL" clId="{1E9E03C1-E5D4-4BEC-8EBD-C4DD5262B379}" dt="2026-05-11T12:20:28.205" v="3886" actId="2696"/>
        <pc:sldMkLst>
          <pc:docMk/>
          <pc:sldMk cId="2044048867" sldId="331"/>
        </pc:sldMkLst>
      </pc:sldChg>
      <pc:sldChg chg="delSp add del mod">
        <pc:chgData name="Leila Iñigo de la Cruz" userId="fae4ed0d-52e1-4e8b-ac73-77e0b7235c9a" providerId="ADAL" clId="{1E9E03C1-E5D4-4BEC-8EBD-C4DD5262B379}" dt="2026-05-11T12:20:25.448" v="3885" actId="2696"/>
        <pc:sldMkLst>
          <pc:docMk/>
          <pc:sldMk cId="2168770026" sldId="332"/>
        </pc:sldMkLst>
        <pc:grpChg chg="del">
          <ac:chgData name="Leila Iñigo de la Cruz" userId="fae4ed0d-52e1-4e8b-ac73-77e0b7235c9a" providerId="ADAL" clId="{1E9E03C1-E5D4-4BEC-8EBD-C4DD5262B379}" dt="2026-05-11T09:41:50.444" v="1202" actId="478"/>
          <ac:grpSpMkLst>
            <pc:docMk/>
            <pc:sldMk cId="2168770026" sldId="332"/>
            <ac:grpSpMk id="27" creationId="{FE95D7E6-7416-90A9-1403-E484B9715144}"/>
          </ac:grpSpMkLst>
        </pc:grpChg>
      </pc:sldChg>
      <pc:sldChg chg="addSp delSp modSp add mod">
        <pc:chgData name="Leila Iñigo de la Cruz" userId="fae4ed0d-52e1-4e8b-ac73-77e0b7235c9a" providerId="ADAL" clId="{1E9E03C1-E5D4-4BEC-8EBD-C4DD5262B379}" dt="2026-05-11T09:47:53.002" v="1216" actId="26606"/>
        <pc:sldMkLst>
          <pc:docMk/>
          <pc:sldMk cId="3012555579" sldId="333"/>
        </pc:sldMkLst>
        <pc:spChg chg="add del mod">
          <ac:chgData name="Leila Iñigo de la Cruz" userId="fae4ed0d-52e1-4e8b-ac73-77e0b7235c9a" providerId="ADAL" clId="{1E9E03C1-E5D4-4BEC-8EBD-C4DD5262B379}" dt="2026-05-11T09:42:16.187" v="1205" actId="478"/>
          <ac:spMkLst>
            <pc:docMk/>
            <pc:sldMk cId="3012555579" sldId="333"/>
            <ac:spMk id="3" creationId="{4E874CB7-A982-4D91-BE17-72E068937EC4}"/>
          </ac:spMkLst>
        </pc:spChg>
        <pc:spChg chg="del">
          <ac:chgData name="Leila Iñigo de la Cruz" userId="fae4ed0d-52e1-4e8b-ac73-77e0b7235c9a" providerId="ADAL" clId="{1E9E03C1-E5D4-4BEC-8EBD-C4DD5262B379}" dt="2026-05-11T09:42:17.453" v="1206" actId="478"/>
          <ac:spMkLst>
            <pc:docMk/>
            <pc:sldMk cId="3012555579" sldId="333"/>
            <ac:spMk id="10" creationId="{5515FB2F-46F6-19AC-DB79-CBA38BF4BCB3}"/>
          </ac:spMkLst>
        </pc:spChg>
        <pc:spChg chg="del">
          <ac:chgData name="Leila Iñigo de la Cruz" userId="fae4ed0d-52e1-4e8b-ac73-77e0b7235c9a" providerId="ADAL" clId="{1E9E03C1-E5D4-4BEC-8EBD-C4DD5262B379}" dt="2026-05-11T09:42:14.785" v="1204" actId="478"/>
          <ac:spMkLst>
            <pc:docMk/>
            <pc:sldMk cId="3012555579" sldId="333"/>
            <ac:spMk id="16" creationId="{92724680-3DD8-E028-3E70-BEC74D03486C}"/>
          </ac:spMkLst>
        </pc:spChg>
        <pc:grpChg chg="del">
          <ac:chgData name="Leila Iñigo de la Cruz" userId="fae4ed0d-52e1-4e8b-ac73-77e0b7235c9a" providerId="ADAL" clId="{1E9E03C1-E5D4-4BEC-8EBD-C4DD5262B379}" dt="2026-05-11T09:42:18.682" v="1207" actId="478"/>
          <ac:grpSpMkLst>
            <pc:docMk/>
            <pc:sldMk cId="3012555579" sldId="333"/>
            <ac:grpSpMk id="26" creationId="{AE5FA417-05E2-01A8-E306-D9A769EAF7D9}"/>
          </ac:grpSpMkLst>
        </pc:grpChg>
        <pc:grpChg chg="del">
          <ac:chgData name="Leila Iñigo de la Cruz" userId="fae4ed0d-52e1-4e8b-ac73-77e0b7235c9a" providerId="ADAL" clId="{1E9E03C1-E5D4-4BEC-8EBD-C4DD5262B379}" dt="2026-05-11T09:42:20.323" v="1208" actId="478"/>
          <ac:grpSpMkLst>
            <pc:docMk/>
            <pc:sldMk cId="3012555579" sldId="333"/>
            <ac:grpSpMk id="27" creationId="{8BE40F85-D305-AE2F-34FE-C2CC87BFD012}"/>
          </ac:grpSpMkLst>
        </pc:grpChg>
        <pc:picChg chg="add mod">
          <ac:chgData name="Leila Iñigo de la Cruz" userId="fae4ed0d-52e1-4e8b-ac73-77e0b7235c9a" providerId="ADAL" clId="{1E9E03C1-E5D4-4BEC-8EBD-C4DD5262B379}" dt="2026-05-11T09:47:53.002" v="1216" actId="26606"/>
          <ac:picMkLst>
            <pc:docMk/>
            <pc:sldMk cId="3012555579" sldId="333"/>
            <ac:picMk id="5" creationId="{1548ED9E-1CF3-09C2-6091-FE418580D46F}"/>
          </ac:picMkLst>
        </pc:picChg>
        <pc:picChg chg="add del mod">
          <ac:chgData name="Leila Iñigo de la Cruz" userId="fae4ed0d-52e1-4e8b-ac73-77e0b7235c9a" providerId="ADAL" clId="{1E9E03C1-E5D4-4BEC-8EBD-C4DD5262B379}" dt="2026-05-11T09:47:48.840" v="1215" actId="478"/>
          <ac:picMkLst>
            <pc:docMk/>
            <pc:sldMk cId="3012555579" sldId="333"/>
            <ac:picMk id="7" creationId="{D94B29BE-5277-8400-399C-A00EEB70CE1E}"/>
          </ac:picMkLst>
        </pc:picChg>
      </pc:sldChg>
      <pc:sldChg chg="delSp add del mod">
        <pc:chgData name="Leila Iñigo de la Cruz" userId="fae4ed0d-52e1-4e8b-ac73-77e0b7235c9a" providerId="ADAL" clId="{1E9E03C1-E5D4-4BEC-8EBD-C4DD5262B379}" dt="2026-05-11T09:48:14.391" v="1222" actId="47"/>
        <pc:sldMkLst>
          <pc:docMk/>
          <pc:sldMk cId="3808532116" sldId="334"/>
        </pc:sldMkLst>
        <pc:picChg chg="del">
          <ac:chgData name="Leila Iñigo de la Cruz" userId="fae4ed0d-52e1-4e8b-ac73-77e0b7235c9a" providerId="ADAL" clId="{1E9E03C1-E5D4-4BEC-8EBD-C4DD5262B379}" dt="2026-05-11T09:48:05.772" v="1218" actId="21"/>
          <ac:picMkLst>
            <pc:docMk/>
            <pc:sldMk cId="3808532116" sldId="334"/>
            <ac:picMk id="7" creationId="{056B1481-13B4-62E8-E06E-35A1E2E21C7B}"/>
          </ac:picMkLst>
        </pc:picChg>
      </pc:sldChg>
      <pc:sldChg chg="addSp modSp add mod">
        <pc:chgData name="Leila Iñigo de la Cruz" userId="fae4ed0d-52e1-4e8b-ac73-77e0b7235c9a" providerId="ADAL" clId="{1E9E03C1-E5D4-4BEC-8EBD-C4DD5262B379}" dt="2026-05-11T09:49:10.932" v="1233" actId="17032"/>
        <pc:sldMkLst>
          <pc:docMk/>
          <pc:sldMk cId="2399111488" sldId="335"/>
        </pc:sldMkLst>
        <pc:spChg chg="add mod">
          <ac:chgData name="Leila Iñigo de la Cruz" userId="fae4ed0d-52e1-4e8b-ac73-77e0b7235c9a" providerId="ADAL" clId="{1E9E03C1-E5D4-4BEC-8EBD-C4DD5262B379}" dt="2026-05-11T09:49:10.932" v="1233" actId="17032"/>
          <ac:spMkLst>
            <pc:docMk/>
            <pc:sldMk cId="2399111488" sldId="335"/>
            <ac:spMk id="2" creationId="{8E3B716F-D852-1DE9-CA43-3BF2DCEC45BB}"/>
          </ac:spMkLst>
        </pc:spChg>
        <pc:spChg chg="add mod">
          <ac:chgData name="Leila Iñigo de la Cruz" userId="fae4ed0d-52e1-4e8b-ac73-77e0b7235c9a" providerId="ADAL" clId="{1E9E03C1-E5D4-4BEC-8EBD-C4DD5262B379}" dt="2026-05-11T09:49:01.617" v="1232" actId="13822"/>
          <ac:spMkLst>
            <pc:docMk/>
            <pc:sldMk cId="2399111488" sldId="335"/>
            <ac:spMk id="3" creationId="{11AB2839-BB47-1DC8-2DC4-223D65DA760B}"/>
          </ac:spMkLst>
        </pc:spChg>
        <pc:picChg chg="add mod">
          <ac:chgData name="Leila Iñigo de la Cruz" userId="fae4ed0d-52e1-4e8b-ac73-77e0b7235c9a" providerId="ADAL" clId="{1E9E03C1-E5D4-4BEC-8EBD-C4DD5262B379}" dt="2026-05-11T09:48:19.082" v="1223" actId="1076"/>
          <ac:picMkLst>
            <pc:docMk/>
            <pc:sldMk cId="2399111488" sldId="335"/>
            <ac:picMk id="7" creationId="{056B1481-13B4-62E8-E06E-35A1E2E21C7B}"/>
          </ac:picMkLst>
        </pc:picChg>
      </pc:sldChg>
      <pc:sldChg chg="addSp delSp modSp add mod modNotesTx">
        <pc:chgData name="Leila Iñigo de la Cruz" userId="fae4ed0d-52e1-4e8b-ac73-77e0b7235c9a" providerId="ADAL" clId="{1E9E03C1-E5D4-4BEC-8EBD-C4DD5262B379}" dt="2026-05-11T09:59:36.680" v="1986" actId="478"/>
        <pc:sldMkLst>
          <pc:docMk/>
          <pc:sldMk cId="993875474" sldId="336"/>
        </pc:sldMkLst>
        <pc:spChg chg="add mod">
          <ac:chgData name="Leila Iñigo de la Cruz" userId="fae4ed0d-52e1-4e8b-ac73-77e0b7235c9a" providerId="ADAL" clId="{1E9E03C1-E5D4-4BEC-8EBD-C4DD5262B379}" dt="2026-05-11T09:52:11.761" v="1373" actId="1076"/>
          <ac:spMkLst>
            <pc:docMk/>
            <pc:sldMk cId="993875474" sldId="336"/>
            <ac:spMk id="4" creationId="{315673E9-E268-A188-723D-AD3E1CC0DB82}"/>
          </ac:spMkLst>
        </pc:spChg>
        <pc:spChg chg="add mod">
          <ac:chgData name="Leila Iñigo de la Cruz" userId="fae4ed0d-52e1-4e8b-ac73-77e0b7235c9a" providerId="ADAL" clId="{1E9E03C1-E5D4-4BEC-8EBD-C4DD5262B379}" dt="2026-05-11T09:52:03.491" v="1372" actId="113"/>
          <ac:spMkLst>
            <pc:docMk/>
            <pc:sldMk cId="993875474" sldId="336"/>
            <ac:spMk id="6" creationId="{D232CE39-30D9-811F-7D97-685B4C7E8CBF}"/>
          </ac:spMkLst>
        </pc:spChg>
        <pc:spChg chg="add del mod">
          <ac:chgData name="Leila Iñigo de la Cruz" userId="fae4ed0d-52e1-4e8b-ac73-77e0b7235c9a" providerId="ADAL" clId="{1E9E03C1-E5D4-4BEC-8EBD-C4DD5262B379}" dt="2026-05-11T09:54:03.827" v="1702" actId="478"/>
          <ac:spMkLst>
            <pc:docMk/>
            <pc:sldMk cId="993875474" sldId="336"/>
            <ac:spMk id="8" creationId="{B5B16D21-EA3D-45CD-5468-0C2C411E7973}"/>
          </ac:spMkLst>
        </pc:spChg>
        <pc:spChg chg="add del mod">
          <ac:chgData name="Leila Iñigo de la Cruz" userId="fae4ed0d-52e1-4e8b-ac73-77e0b7235c9a" providerId="ADAL" clId="{1E9E03C1-E5D4-4BEC-8EBD-C4DD5262B379}" dt="2026-05-11T09:56:37.192" v="1717" actId="478"/>
          <ac:spMkLst>
            <pc:docMk/>
            <pc:sldMk cId="993875474" sldId="336"/>
            <ac:spMk id="9" creationId="{88B24D11-DE29-953C-46D5-E8850DD730CD}"/>
          </ac:spMkLst>
        </pc:spChg>
        <pc:spChg chg="add del mod">
          <ac:chgData name="Leila Iñigo de la Cruz" userId="fae4ed0d-52e1-4e8b-ac73-77e0b7235c9a" providerId="ADAL" clId="{1E9E03C1-E5D4-4BEC-8EBD-C4DD5262B379}" dt="2026-05-11T09:59:36.680" v="1986" actId="478"/>
          <ac:spMkLst>
            <pc:docMk/>
            <pc:sldMk cId="993875474" sldId="336"/>
            <ac:spMk id="10" creationId="{54706D12-9B4C-974A-B054-92C4C3D1DB97}"/>
          </ac:spMkLst>
        </pc:spChg>
      </pc:sldChg>
      <pc:sldChg chg="add">
        <pc:chgData name="Leila Iñigo de la Cruz" userId="fae4ed0d-52e1-4e8b-ac73-77e0b7235c9a" providerId="ADAL" clId="{1E9E03C1-E5D4-4BEC-8EBD-C4DD5262B379}" dt="2026-05-11T09:59:33.009" v="1985" actId="2890"/>
        <pc:sldMkLst>
          <pc:docMk/>
          <pc:sldMk cId="3173371601" sldId="337"/>
        </pc:sldMkLst>
      </pc:sldChg>
      <pc:sldChg chg="addSp delSp modSp add mod modClrScheme chgLayout modNotesTx">
        <pc:chgData name="Leila Iñigo de la Cruz" userId="fae4ed0d-52e1-4e8b-ac73-77e0b7235c9a" providerId="ADAL" clId="{1E9E03C1-E5D4-4BEC-8EBD-C4DD5262B379}" dt="2026-05-11T10:59:03.306" v="2821" actId="20577"/>
        <pc:sldMkLst>
          <pc:docMk/>
          <pc:sldMk cId="3256109966" sldId="338"/>
        </pc:sldMkLst>
        <pc:spChg chg="del">
          <ac:chgData name="Leila Iñigo de la Cruz" userId="fae4ed0d-52e1-4e8b-ac73-77e0b7235c9a" providerId="ADAL" clId="{1E9E03C1-E5D4-4BEC-8EBD-C4DD5262B379}" dt="2026-05-11T09:59:53.439" v="1990" actId="478"/>
          <ac:spMkLst>
            <pc:docMk/>
            <pc:sldMk cId="3256109966" sldId="338"/>
            <ac:spMk id="2" creationId="{9217D00C-C480-5F9F-CC83-0A7A283152FA}"/>
          </ac:spMkLst>
        </pc:spChg>
        <pc:spChg chg="del">
          <ac:chgData name="Leila Iñigo de la Cruz" userId="fae4ed0d-52e1-4e8b-ac73-77e0b7235c9a" providerId="ADAL" clId="{1E9E03C1-E5D4-4BEC-8EBD-C4DD5262B379}" dt="2026-05-11T09:59:53.963" v="1991" actId="478"/>
          <ac:spMkLst>
            <pc:docMk/>
            <pc:sldMk cId="3256109966" sldId="338"/>
            <ac:spMk id="3" creationId="{2F800056-6CD6-93C5-7EED-06A3423C5246}"/>
          </ac:spMkLst>
        </pc:spChg>
        <pc:spChg chg="del">
          <ac:chgData name="Leila Iñigo de la Cruz" userId="fae4ed0d-52e1-4e8b-ac73-77e0b7235c9a" providerId="ADAL" clId="{1E9E03C1-E5D4-4BEC-8EBD-C4DD5262B379}" dt="2026-05-11T09:59:59.199" v="1994" actId="478"/>
          <ac:spMkLst>
            <pc:docMk/>
            <pc:sldMk cId="3256109966" sldId="338"/>
            <ac:spMk id="4" creationId="{12F533C1-430B-609C-C62A-4CF5087AF980}"/>
          </ac:spMkLst>
        </pc:spChg>
        <pc:spChg chg="del">
          <ac:chgData name="Leila Iñigo de la Cruz" userId="fae4ed0d-52e1-4e8b-ac73-77e0b7235c9a" providerId="ADAL" clId="{1E9E03C1-E5D4-4BEC-8EBD-C4DD5262B379}" dt="2026-05-11T09:59:58.137" v="1993" actId="478"/>
          <ac:spMkLst>
            <pc:docMk/>
            <pc:sldMk cId="3256109966" sldId="338"/>
            <ac:spMk id="6" creationId="{DDEDFD22-D1CF-D17D-ADB4-01AECCB863B7}"/>
          </ac:spMkLst>
        </pc:spChg>
        <pc:spChg chg="add del mod ord">
          <ac:chgData name="Leila Iñigo de la Cruz" userId="fae4ed0d-52e1-4e8b-ac73-77e0b7235c9a" providerId="ADAL" clId="{1E9E03C1-E5D4-4BEC-8EBD-C4DD5262B379}" dt="2026-05-11T10:00:36.259" v="1996" actId="700"/>
          <ac:spMkLst>
            <pc:docMk/>
            <pc:sldMk cId="3256109966" sldId="338"/>
            <ac:spMk id="8" creationId="{8C663C60-3442-F6FD-5974-A9AA2DB635EB}"/>
          </ac:spMkLst>
        </pc:spChg>
        <pc:spChg chg="add del mod ord">
          <ac:chgData name="Leila Iñigo de la Cruz" userId="fae4ed0d-52e1-4e8b-ac73-77e0b7235c9a" providerId="ADAL" clId="{1E9E03C1-E5D4-4BEC-8EBD-C4DD5262B379}" dt="2026-05-11T10:00:36.259" v="1996" actId="700"/>
          <ac:spMkLst>
            <pc:docMk/>
            <pc:sldMk cId="3256109966" sldId="338"/>
            <ac:spMk id="9" creationId="{FDC7330B-D8E7-3F50-44DB-95365BAFCFEB}"/>
          </ac:spMkLst>
        </pc:spChg>
        <pc:spChg chg="del">
          <ac:chgData name="Leila Iñigo de la Cruz" userId="fae4ed0d-52e1-4e8b-ac73-77e0b7235c9a" providerId="ADAL" clId="{1E9E03C1-E5D4-4BEC-8EBD-C4DD5262B379}" dt="2026-05-11T09:59:57.132" v="1992" actId="478"/>
          <ac:spMkLst>
            <pc:docMk/>
            <pc:sldMk cId="3256109966" sldId="338"/>
            <ac:spMk id="10" creationId="{53854344-DA83-502E-CCB3-1E49B6BCD447}"/>
          </ac:spMkLst>
        </pc:spChg>
        <pc:spChg chg="add mod">
          <ac:chgData name="Leila Iñigo de la Cruz" userId="fae4ed0d-52e1-4e8b-ac73-77e0b7235c9a" providerId="ADAL" clId="{1E9E03C1-E5D4-4BEC-8EBD-C4DD5262B379}" dt="2026-05-11T10:00:23.979" v="1995" actId="700"/>
          <ac:spMkLst>
            <pc:docMk/>
            <pc:sldMk cId="3256109966" sldId="338"/>
            <ac:spMk id="11" creationId="{7132B028-48E5-5339-A076-1F03C9D6246A}"/>
          </ac:spMkLst>
        </pc:spChg>
        <pc:spChg chg="add del mod ord">
          <ac:chgData name="Leila Iñigo de la Cruz" userId="fae4ed0d-52e1-4e8b-ac73-77e0b7235c9a" providerId="ADAL" clId="{1E9E03C1-E5D4-4BEC-8EBD-C4DD5262B379}" dt="2026-05-11T10:00:36.259" v="1996" actId="700"/>
          <ac:spMkLst>
            <pc:docMk/>
            <pc:sldMk cId="3256109966" sldId="338"/>
            <ac:spMk id="12" creationId="{06ADCB56-AAEC-B2C0-35CB-9C3033E7D67E}"/>
          </ac:spMkLst>
        </pc:spChg>
        <pc:spChg chg="add del mod">
          <ac:chgData name="Leila Iñigo de la Cruz" userId="fae4ed0d-52e1-4e8b-ac73-77e0b7235c9a" providerId="ADAL" clId="{1E9E03C1-E5D4-4BEC-8EBD-C4DD5262B379}" dt="2026-05-11T10:00:36.259" v="1996" actId="700"/>
          <ac:spMkLst>
            <pc:docMk/>
            <pc:sldMk cId="3256109966" sldId="338"/>
            <ac:spMk id="13" creationId="{34D6D54D-CE1E-DDBF-0574-74931223E3DE}"/>
          </ac:spMkLst>
        </pc:spChg>
        <pc:spChg chg="add mod">
          <ac:chgData name="Leila Iñigo de la Cruz" userId="fae4ed0d-52e1-4e8b-ac73-77e0b7235c9a" providerId="ADAL" clId="{1E9E03C1-E5D4-4BEC-8EBD-C4DD5262B379}" dt="2026-05-11T10:00:23.979" v="1995" actId="700"/>
          <ac:spMkLst>
            <pc:docMk/>
            <pc:sldMk cId="3256109966" sldId="338"/>
            <ac:spMk id="14" creationId="{08D3148F-FDB8-16C0-5165-2032B25A3907}"/>
          </ac:spMkLst>
        </pc:spChg>
        <pc:spChg chg="add del mod">
          <ac:chgData name="Leila Iñigo de la Cruz" userId="fae4ed0d-52e1-4e8b-ac73-77e0b7235c9a" providerId="ADAL" clId="{1E9E03C1-E5D4-4BEC-8EBD-C4DD5262B379}" dt="2026-05-11T10:00:36.259" v="1996" actId="700"/>
          <ac:spMkLst>
            <pc:docMk/>
            <pc:sldMk cId="3256109966" sldId="338"/>
            <ac:spMk id="15" creationId="{E8CC7B88-3496-89B1-6E28-0F052D9B61C5}"/>
          </ac:spMkLst>
        </pc:spChg>
        <pc:spChg chg="add del mod">
          <ac:chgData name="Leila Iñigo de la Cruz" userId="fae4ed0d-52e1-4e8b-ac73-77e0b7235c9a" providerId="ADAL" clId="{1E9E03C1-E5D4-4BEC-8EBD-C4DD5262B379}" dt="2026-05-11T10:00:36.259" v="1996" actId="700"/>
          <ac:spMkLst>
            <pc:docMk/>
            <pc:sldMk cId="3256109966" sldId="338"/>
            <ac:spMk id="16" creationId="{8164812A-6A34-2025-E616-321FDE08EF56}"/>
          </ac:spMkLst>
        </pc:spChg>
        <pc:spChg chg="add del mod">
          <ac:chgData name="Leila Iñigo de la Cruz" userId="fae4ed0d-52e1-4e8b-ac73-77e0b7235c9a" providerId="ADAL" clId="{1E9E03C1-E5D4-4BEC-8EBD-C4DD5262B379}" dt="2026-05-11T10:00:36.259" v="1996" actId="700"/>
          <ac:spMkLst>
            <pc:docMk/>
            <pc:sldMk cId="3256109966" sldId="338"/>
            <ac:spMk id="17" creationId="{7669BE8D-BF88-500F-ECFC-592B9151DCFA}"/>
          </ac:spMkLst>
        </pc:spChg>
        <pc:spChg chg="add del mod ord">
          <ac:chgData name="Leila Iñigo de la Cruz" userId="fae4ed0d-52e1-4e8b-ac73-77e0b7235c9a" providerId="ADAL" clId="{1E9E03C1-E5D4-4BEC-8EBD-C4DD5262B379}" dt="2026-05-11T10:00:44.948" v="1997" actId="478"/>
          <ac:spMkLst>
            <pc:docMk/>
            <pc:sldMk cId="3256109966" sldId="338"/>
            <ac:spMk id="18" creationId="{5753FD87-CE11-5B5B-73F4-1DC87472AF01}"/>
          </ac:spMkLst>
        </pc:spChg>
        <pc:spChg chg="add del mod ord">
          <ac:chgData name="Leila Iñigo de la Cruz" userId="fae4ed0d-52e1-4e8b-ac73-77e0b7235c9a" providerId="ADAL" clId="{1E9E03C1-E5D4-4BEC-8EBD-C4DD5262B379}" dt="2026-05-11T10:00:47.281" v="1999" actId="478"/>
          <ac:spMkLst>
            <pc:docMk/>
            <pc:sldMk cId="3256109966" sldId="338"/>
            <ac:spMk id="19" creationId="{7485AB64-895E-A953-493C-975F7894D661}"/>
          </ac:spMkLst>
        </pc:spChg>
        <pc:spChg chg="add del mod ord">
          <ac:chgData name="Leila Iñigo de la Cruz" userId="fae4ed0d-52e1-4e8b-ac73-77e0b7235c9a" providerId="ADAL" clId="{1E9E03C1-E5D4-4BEC-8EBD-C4DD5262B379}" dt="2026-05-11T10:00:46.423" v="1998" actId="478"/>
          <ac:spMkLst>
            <pc:docMk/>
            <pc:sldMk cId="3256109966" sldId="338"/>
            <ac:spMk id="20" creationId="{3DE60F3E-558F-4B41-FB55-D529EB49271D}"/>
          </ac:spMkLst>
        </pc:spChg>
        <pc:spChg chg="add mod">
          <ac:chgData name="Leila Iñigo de la Cruz" userId="fae4ed0d-52e1-4e8b-ac73-77e0b7235c9a" providerId="ADAL" clId="{1E9E03C1-E5D4-4BEC-8EBD-C4DD5262B379}" dt="2026-05-11T10:13:19.991" v="2015" actId="20577"/>
          <ac:spMkLst>
            <pc:docMk/>
            <pc:sldMk cId="3256109966" sldId="338"/>
            <ac:spMk id="21" creationId="{07A2488C-6C0F-07E0-E788-DF98931F7AC4}"/>
          </ac:spMkLst>
        </pc:spChg>
        <pc:spChg chg="add del mod">
          <ac:chgData name="Leila Iñigo de la Cruz" userId="fae4ed0d-52e1-4e8b-ac73-77e0b7235c9a" providerId="ADAL" clId="{1E9E03C1-E5D4-4BEC-8EBD-C4DD5262B379}" dt="2026-05-11T10:14:43.248" v="2018"/>
          <ac:spMkLst>
            <pc:docMk/>
            <pc:sldMk cId="3256109966" sldId="338"/>
            <ac:spMk id="22" creationId="{29235A35-3423-FB4B-2A1E-DA3D0D48F6DC}"/>
          </ac:spMkLst>
        </pc:spChg>
        <pc:spChg chg="add mod">
          <ac:chgData name="Leila Iñigo de la Cruz" userId="fae4ed0d-52e1-4e8b-ac73-77e0b7235c9a" providerId="ADAL" clId="{1E9E03C1-E5D4-4BEC-8EBD-C4DD5262B379}" dt="2026-05-11T10:59:03.306" v="2821" actId="20577"/>
          <ac:spMkLst>
            <pc:docMk/>
            <pc:sldMk cId="3256109966" sldId="338"/>
            <ac:spMk id="24" creationId="{9D35D16C-93DB-3A43-7813-3A1041FFC502}"/>
          </ac:spMkLst>
        </pc:spChg>
        <pc:spChg chg="add mod">
          <ac:chgData name="Leila Iñigo de la Cruz" userId="fae4ed0d-52e1-4e8b-ac73-77e0b7235c9a" providerId="ADAL" clId="{1E9E03C1-E5D4-4BEC-8EBD-C4DD5262B379}" dt="2026-05-11T10:15:08.533" v="2026" actId="20577"/>
          <ac:spMkLst>
            <pc:docMk/>
            <pc:sldMk cId="3256109966" sldId="338"/>
            <ac:spMk id="25" creationId="{CBE58AFC-C9D5-E12A-B946-0958616B8832}"/>
          </ac:spMkLst>
        </pc:spChg>
        <pc:spChg chg="add mod">
          <ac:chgData name="Leila Iñigo de la Cruz" userId="fae4ed0d-52e1-4e8b-ac73-77e0b7235c9a" providerId="ADAL" clId="{1E9E03C1-E5D4-4BEC-8EBD-C4DD5262B379}" dt="2026-05-11T10:14:55.189" v="2021" actId="164"/>
          <ac:spMkLst>
            <pc:docMk/>
            <pc:sldMk cId="3256109966" sldId="338"/>
            <ac:spMk id="27" creationId="{867E9ECF-6E46-0644-3A01-560E11C9A745}"/>
          </ac:spMkLst>
        </pc:spChg>
        <pc:spChg chg="add mod">
          <ac:chgData name="Leila Iñigo de la Cruz" userId="fae4ed0d-52e1-4e8b-ac73-77e0b7235c9a" providerId="ADAL" clId="{1E9E03C1-E5D4-4BEC-8EBD-C4DD5262B379}" dt="2026-05-11T10:14:55.189" v="2021" actId="164"/>
          <ac:spMkLst>
            <pc:docMk/>
            <pc:sldMk cId="3256109966" sldId="338"/>
            <ac:spMk id="28" creationId="{F121399E-6258-D2E2-AB15-8E0B3E113810}"/>
          </ac:spMkLst>
        </pc:spChg>
        <pc:grpChg chg="add del mod">
          <ac:chgData name="Leila Iñigo de la Cruz" userId="fae4ed0d-52e1-4e8b-ac73-77e0b7235c9a" providerId="ADAL" clId="{1E9E03C1-E5D4-4BEC-8EBD-C4DD5262B379}" dt="2026-05-11T10:16:10.756" v="2028" actId="478"/>
          <ac:grpSpMkLst>
            <pc:docMk/>
            <pc:sldMk cId="3256109966" sldId="338"/>
            <ac:grpSpMk id="29" creationId="{D23B87A2-5F6E-0E5B-E1F0-6A8C0545CB15}"/>
          </ac:grpSpMkLst>
        </pc:grpChg>
        <pc:grpChg chg="add mod">
          <ac:chgData name="Leila Iñigo de la Cruz" userId="fae4ed0d-52e1-4e8b-ac73-77e0b7235c9a" providerId="ADAL" clId="{1E9E03C1-E5D4-4BEC-8EBD-C4DD5262B379}" dt="2026-05-11T10:15:02.969" v="2023" actId="164"/>
          <ac:grpSpMkLst>
            <pc:docMk/>
            <pc:sldMk cId="3256109966" sldId="338"/>
            <ac:grpSpMk id="30" creationId="{A4B5B52E-37D9-1539-F976-90686D286A6E}"/>
          </ac:grpSpMkLst>
        </pc:grpChg>
        <pc:picChg chg="del">
          <ac:chgData name="Leila Iñigo de la Cruz" userId="fae4ed0d-52e1-4e8b-ac73-77e0b7235c9a" providerId="ADAL" clId="{1E9E03C1-E5D4-4BEC-8EBD-C4DD5262B379}" dt="2026-05-11T09:59:51.589" v="1988" actId="478"/>
          <ac:picMkLst>
            <pc:docMk/>
            <pc:sldMk cId="3256109966" sldId="338"/>
            <ac:picMk id="5" creationId="{8745E0AD-4418-EE72-0638-7D6342815150}"/>
          </ac:picMkLst>
        </pc:picChg>
        <pc:picChg chg="del">
          <ac:chgData name="Leila Iñigo de la Cruz" userId="fae4ed0d-52e1-4e8b-ac73-77e0b7235c9a" providerId="ADAL" clId="{1E9E03C1-E5D4-4BEC-8EBD-C4DD5262B379}" dt="2026-05-11T09:59:52.649" v="1989" actId="478"/>
          <ac:picMkLst>
            <pc:docMk/>
            <pc:sldMk cId="3256109966" sldId="338"/>
            <ac:picMk id="7" creationId="{4CC94C0E-D1D8-6B88-676C-019A202BECF0}"/>
          </ac:picMkLst>
        </pc:picChg>
        <pc:picChg chg="add mod">
          <ac:chgData name="Leila Iñigo de la Cruz" userId="fae4ed0d-52e1-4e8b-ac73-77e0b7235c9a" providerId="ADAL" clId="{1E9E03C1-E5D4-4BEC-8EBD-C4DD5262B379}" dt="2026-05-11T10:15:02.969" v="2023" actId="164"/>
          <ac:picMkLst>
            <pc:docMk/>
            <pc:sldMk cId="3256109966" sldId="338"/>
            <ac:picMk id="23" creationId="{F1D17B4A-9D4D-A0DD-F402-C109D2E13201}"/>
          </ac:picMkLst>
        </pc:picChg>
        <pc:picChg chg="add mod">
          <ac:chgData name="Leila Iñigo de la Cruz" userId="fae4ed0d-52e1-4e8b-ac73-77e0b7235c9a" providerId="ADAL" clId="{1E9E03C1-E5D4-4BEC-8EBD-C4DD5262B379}" dt="2026-05-11T10:14:55.189" v="2021" actId="164"/>
          <ac:picMkLst>
            <pc:docMk/>
            <pc:sldMk cId="3256109966" sldId="338"/>
            <ac:picMk id="26" creationId="{8C4FD36D-3F91-39AD-B738-9B5FE61958A4}"/>
          </ac:picMkLst>
        </pc:picChg>
      </pc:sldChg>
      <pc:sldChg chg="addSp delSp modSp add mod">
        <pc:chgData name="Leila Iñigo de la Cruz" userId="fae4ed0d-52e1-4e8b-ac73-77e0b7235c9a" providerId="ADAL" clId="{1E9E03C1-E5D4-4BEC-8EBD-C4DD5262B379}" dt="2026-05-11T10:26:35.850" v="2280" actId="1076"/>
        <pc:sldMkLst>
          <pc:docMk/>
          <pc:sldMk cId="1195932911" sldId="339"/>
        </pc:sldMkLst>
        <pc:spChg chg="mod topLvl">
          <ac:chgData name="Leila Iñigo de la Cruz" userId="fae4ed0d-52e1-4e8b-ac73-77e0b7235c9a" providerId="ADAL" clId="{1E9E03C1-E5D4-4BEC-8EBD-C4DD5262B379}" dt="2026-05-11T10:26:30.762" v="2279" actId="20577"/>
          <ac:spMkLst>
            <pc:docMk/>
            <pc:sldMk cId="1195932911" sldId="339"/>
            <ac:spMk id="24" creationId="{B5561A13-ABD1-551B-858D-15A1F8C6950F}"/>
          </ac:spMkLst>
        </pc:spChg>
        <pc:spChg chg="add del mod topLvl">
          <ac:chgData name="Leila Iñigo de la Cruz" userId="fae4ed0d-52e1-4e8b-ac73-77e0b7235c9a" providerId="ADAL" clId="{1E9E03C1-E5D4-4BEC-8EBD-C4DD5262B379}" dt="2026-05-11T10:26:35.850" v="2280" actId="1076"/>
          <ac:spMkLst>
            <pc:docMk/>
            <pc:sldMk cId="1195932911" sldId="339"/>
            <ac:spMk id="25" creationId="{1AA5BE11-AD67-D7F2-821F-4CAD4D8B70EC}"/>
          </ac:spMkLst>
        </pc:spChg>
        <pc:grpChg chg="del">
          <ac:chgData name="Leila Iñigo de la Cruz" userId="fae4ed0d-52e1-4e8b-ac73-77e0b7235c9a" providerId="ADAL" clId="{1E9E03C1-E5D4-4BEC-8EBD-C4DD5262B379}" dt="2026-05-11T10:26:12.320" v="2262" actId="165"/>
          <ac:grpSpMkLst>
            <pc:docMk/>
            <pc:sldMk cId="1195932911" sldId="339"/>
            <ac:grpSpMk id="30" creationId="{121A67BA-580B-1A11-AA97-5B8D50C1B34B}"/>
          </ac:grpSpMkLst>
        </pc:grpChg>
        <pc:picChg chg="mod topLvl">
          <ac:chgData name="Leila Iñigo de la Cruz" userId="fae4ed0d-52e1-4e8b-ac73-77e0b7235c9a" providerId="ADAL" clId="{1E9E03C1-E5D4-4BEC-8EBD-C4DD5262B379}" dt="2026-05-11T10:26:12.320" v="2262" actId="165"/>
          <ac:picMkLst>
            <pc:docMk/>
            <pc:sldMk cId="1195932911" sldId="339"/>
            <ac:picMk id="23" creationId="{C256AE90-06DF-300C-F48A-CBB9006D1852}"/>
          </ac:picMkLst>
        </pc:picChg>
      </pc:sldChg>
      <pc:sldChg chg="addSp delSp modSp add mod modNotesTx">
        <pc:chgData name="Leila Iñigo de la Cruz" userId="fae4ed0d-52e1-4e8b-ac73-77e0b7235c9a" providerId="ADAL" clId="{1E9E03C1-E5D4-4BEC-8EBD-C4DD5262B379}" dt="2026-05-11T11:48:02.002" v="3474" actId="20577"/>
        <pc:sldMkLst>
          <pc:docMk/>
          <pc:sldMk cId="567967511" sldId="340"/>
        </pc:sldMkLst>
        <pc:spChg chg="add mod">
          <ac:chgData name="Leila Iñigo de la Cruz" userId="fae4ed0d-52e1-4e8b-ac73-77e0b7235c9a" providerId="ADAL" clId="{1E9E03C1-E5D4-4BEC-8EBD-C4DD5262B379}" dt="2026-05-11T10:22:09.465" v="2086" actId="20577"/>
          <ac:spMkLst>
            <pc:docMk/>
            <pc:sldMk cId="567967511" sldId="340"/>
            <ac:spMk id="4" creationId="{A8E1D304-081B-191B-4AB5-814A621A55AD}"/>
          </ac:spMkLst>
        </pc:spChg>
        <pc:spChg chg="add mod">
          <ac:chgData name="Leila Iñigo de la Cruz" userId="fae4ed0d-52e1-4e8b-ac73-77e0b7235c9a" providerId="ADAL" clId="{1E9E03C1-E5D4-4BEC-8EBD-C4DD5262B379}" dt="2026-05-11T10:30:11.461" v="2310" actId="1076"/>
          <ac:spMkLst>
            <pc:docMk/>
            <pc:sldMk cId="567967511" sldId="340"/>
            <ac:spMk id="7" creationId="{F9BEEA0F-35EE-7F96-C5A0-A14CB81F7086}"/>
          </ac:spMkLst>
        </pc:spChg>
        <pc:grpChg chg="del">
          <ac:chgData name="Leila Iñigo de la Cruz" userId="fae4ed0d-52e1-4e8b-ac73-77e0b7235c9a" providerId="ADAL" clId="{1E9E03C1-E5D4-4BEC-8EBD-C4DD5262B379}" dt="2026-05-11T10:18:58.339" v="2058" actId="478"/>
          <ac:grpSpMkLst>
            <pc:docMk/>
            <pc:sldMk cId="567967511" sldId="340"/>
            <ac:grpSpMk id="29" creationId="{46898DB6-48CE-DF4F-EEF5-1B1C9A3CF0D0}"/>
          </ac:grpSpMkLst>
        </pc:grpChg>
        <pc:grpChg chg="del">
          <ac:chgData name="Leila Iñigo de la Cruz" userId="fae4ed0d-52e1-4e8b-ac73-77e0b7235c9a" providerId="ADAL" clId="{1E9E03C1-E5D4-4BEC-8EBD-C4DD5262B379}" dt="2026-05-11T10:18:56.968" v="2057" actId="478"/>
          <ac:grpSpMkLst>
            <pc:docMk/>
            <pc:sldMk cId="567967511" sldId="340"/>
            <ac:grpSpMk id="30" creationId="{D74B5224-304D-5081-B19B-1454F26E7CE4}"/>
          </ac:grpSpMkLst>
        </pc:grpChg>
        <pc:picChg chg="add mod">
          <ac:chgData name="Leila Iñigo de la Cruz" userId="fae4ed0d-52e1-4e8b-ac73-77e0b7235c9a" providerId="ADAL" clId="{1E9E03C1-E5D4-4BEC-8EBD-C4DD5262B379}" dt="2026-05-11T10:21:50.408" v="2061" actId="1076"/>
          <ac:picMkLst>
            <pc:docMk/>
            <pc:sldMk cId="567967511" sldId="340"/>
            <ac:picMk id="3" creationId="{EB29C96E-44D8-CEB4-3794-8DE21E8C7E0C}"/>
          </ac:picMkLst>
        </pc:picChg>
        <pc:picChg chg="add mod">
          <ac:chgData name="Leila Iñigo de la Cruz" userId="fae4ed0d-52e1-4e8b-ac73-77e0b7235c9a" providerId="ADAL" clId="{1E9E03C1-E5D4-4BEC-8EBD-C4DD5262B379}" dt="2026-05-11T10:30:08.832" v="2309" actId="1076"/>
          <ac:picMkLst>
            <pc:docMk/>
            <pc:sldMk cId="567967511" sldId="340"/>
            <ac:picMk id="6" creationId="{692BAA58-D097-4DC6-33E3-B5DBD3D846BD}"/>
          </ac:picMkLst>
        </pc:picChg>
      </pc:sldChg>
      <pc:sldChg chg="addSp delSp modSp add del mod ord">
        <pc:chgData name="Leila Iñigo de la Cruz" userId="fae4ed0d-52e1-4e8b-ac73-77e0b7235c9a" providerId="ADAL" clId="{1E9E03C1-E5D4-4BEC-8EBD-C4DD5262B379}" dt="2026-05-11T10:18:46.240" v="2055" actId="2696"/>
        <pc:sldMkLst>
          <pc:docMk/>
          <pc:sldMk cId="3610026332" sldId="340"/>
        </pc:sldMkLst>
        <pc:spChg chg="add del mod">
          <ac:chgData name="Leila Iñigo de la Cruz" userId="fae4ed0d-52e1-4e8b-ac73-77e0b7235c9a" providerId="ADAL" clId="{1E9E03C1-E5D4-4BEC-8EBD-C4DD5262B379}" dt="2026-05-11T10:18:41.659" v="2054" actId="478"/>
          <ac:spMkLst>
            <pc:docMk/>
            <pc:sldMk cId="3610026332" sldId="340"/>
            <ac:spMk id="2" creationId="{685A506E-1BB4-D547-BF79-4C205DEB593D}"/>
          </ac:spMkLst>
        </pc:spChg>
        <pc:picChg chg="mod">
          <ac:chgData name="Leila Iñigo de la Cruz" userId="fae4ed0d-52e1-4e8b-ac73-77e0b7235c9a" providerId="ADAL" clId="{1E9E03C1-E5D4-4BEC-8EBD-C4DD5262B379}" dt="2026-05-11T10:16:54.170" v="2033" actId="1076"/>
          <ac:picMkLst>
            <pc:docMk/>
            <pc:sldMk cId="3610026332" sldId="340"/>
            <ac:picMk id="5" creationId="{16304F38-90AC-09A1-C10D-31231E223C68}"/>
          </ac:picMkLst>
        </pc:picChg>
      </pc:sldChg>
      <pc:sldChg chg="addSp delSp modSp add mod">
        <pc:chgData name="Leila Iñigo de la Cruz" userId="fae4ed0d-52e1-4e8b-ac73-77e0b7235c9a" providerId="ADAL" clId="{1E9E03C1-E5D4-4BEC-8EBD-C4DD5262B379}" dt="2026-05-11T10:31:05.848" v="2338" actId="20577"/>
        <pc:sldMkLst>
          <pc:docMk/>
          <pc:sldMk cId="3840974253" sldId="341"/>
        </pc:sldMkLst>
        <pc:spChg chg="mod">
          <ac:chgData name="Leila Iñigo de la Cruz" userId="fae4ed0d-52e1-4e8b-ac73-77e0b7235c9a" providerId="ADAL" clId="{1E9E03C1-E5D4-4BEC-8EBD-C4DD5262B379}" dt="2026-05-11T10:31:05.848" v="2338" actId="20577"/>
          <ac:spMkLst>
            <pc:docMk/>
            <pc:sldMk cId="3840974253" sldId="341"/>
            <ac:spMk id="4" creationId="{ADB17FE2-9ED4-406A-4383-4F1598698D6E}"/>
          </ac:spMkLst>
        </pc:spChg>
        <pc:spChg chg="add mod">
          <ac:chgData name="Leila Iñigo de la Cruz" userId="fae4ed0d-52e1-4e8b-ac73-77e0b7235c9a" providerId="ADAL" clId="{1E9E03C1-E5D4-4BEC-8EBD-C4DD5262B379}" dt="2026-05-11T10:29:46.487" v="2306" actId="1076"/>
          <ac:spMkLst>
            <pc:docMk/>
            <pc:sldMk cId="3840974253" sldId="341"/>
            <ac:spMk id="8" creationId="{432B2FC6-DE77-F0DA-9FAF-E68DB1FCD198}"/>
          </ac:spMkLst>
        </pc:spChg>
        <pc:picChg chg="del">
          <ac:chgData name="Leila Iñigo de la Cruz" userId="fae4ed0d-52e1-4e8b-ac73-77e0b7235c9a" providerId="ADAL" clId="{1E9E03C1-E5D4-4BEC-8EBD-C4DD5262B379}" dt="2026-05-11T10:23:11.027" v="2088" actId="478"/>
          <ac:picMkLst>
            <pc:docMk/>
            <pc:sldMk cId="3840974253" sldId="341"/>
            <ac:picMk id="3" creationId="{33228D34-CE1F-65FC-2030-9BF695C5CB33}"/>
          </ac:picMkLst>
        </pc:picChg>
        <pc:picChg chg="add mod">
          <ac:chgData name="Leila Iñigo de la Cruz" userId="fae4ed0d-52e1-4e8b-ac73-77e0b7235c9a" providerId="ADAL" clId="{1E9E03C1-E5D4-4BEC-8EBD-C4DD5262B379}" dt="2026-05-11T10:23:51.159" v="2117" actId="1076"/>
          <ac:picMkLst>
            <pc:docMk/>
            <pc:sldMk cId="3840974253" sldId="341"/>
            <ac:picMk id="5" creationId="{BA5467DB-5338-AC09-5FF6-C053DF530CFD}"/>
          </ac:picMkLst>
        </pc:picChg>
        <pc:picChg chg="add mod">
          <ac:chgData name="Leila Iñigo de la Cruz" userId="fae4ed0d-52e1-4e8b-ac73-77e0b7235c9a" providerId="ADAL" clId="{1E9E03C1-E5D4-4BEC-8EBD-C4DD5262B379}" dt="2026-05-11T10:28:46.078" v="2284" actId="1076"/>
          <ac:picMkLst>
            <pc:docMk/>
            <pc:sldMk cId="3840974253" sldId="341"/>
            <ac:picMk id="7" creationId="{A17AD8EC-F992-5751-7B85-8DB30DF0AD8F}"/>
          </ac:picMkLst>
        </pc:picChg>
      </pc:sldChg>
      <pc:sldChg chg="addSp delSp modSp add mod">
        <pc:chgData name="Leila Iñigo de la Cruz" userId="fae4ed0d-52e1-4e8b-ac73-77e0b7235c9a" providerId="ADAL" clId="{1E9E03C1-E5D4-4BEC-8EBD-C4DD5262B379}" dt="2026-05-11T10:41:43.092" v="2512" actId="478"/>
        <pc:sldMkLst>
          <pc:docMk/>
          <pc:sldMk cId="1219343591" sldId="342"/>
        </pc:sldMkLst>
        <pc:spChg chg="add del mod">
          <ac:chgData name="Leila Iñigo de la Cruz" userId="fae4ed0d-52e1-4e8b-ac73-77e0b7235c9a" providerId="ADAL" clId="{1E9E03C1-E5D4-4BEC-8EBD-C4DD5262B379}" dt="2026-05-11T10:36:37.639" v="2427" actId="478"/>
          <ac:spMkLst>
            <pc:docMk/>
            <pc:sldMk cId="1219343591" sldId="342"/>
            <ac:spMk id="3" creationId="{EB62F0BA-BF4E-55C1-5027-48C1E4A3A765}"/>
          </ac:spMkLst>
        </pc:spChg>
        <pc:spChg chg="add del mod">
          <ac:chgData name="Leila Iñigo de la Cruz" userId="fae4ed0d-52e1-4e8b-ac73-77e0b7235c9a" providerId="ADAL" clId="{1E9E03C1-E5D4-4BEC-8EBD-C4DD5262B379}" dt="2026-05-11T10:41:40.240" v="2511" actId="478"/>
          <ac:spMkLst>
            <pc:docMk/>
            <pc:sldMk cId="1219343591" sldId="342"/>
            <ac:spMk id="5" creationId="{61037C2E-2051-5745-4867-6694239FF282}"/>
          </ac:spMkLst>
        </pc:spChg>
        <pc:spChg chg="add mod">
          <ac:chgData name="Leila Iñigo de la Cruz" userId="fae4ed0d-52e1-4e8b-ac73-77e0b7235c9a" providerId="ADAL" clId="{1E9E03C1-E5D4-4BEC-8EBD-C4DD5262B379}" dt="2026-05-11T10:38:17.254" v="2464" actId="21"/>
          <ac:spMkLst>
            <pc:docMk/>
            <pc:sldMk cId="1219343591" sldId="342"/>
            <ac:spMk id="6" creationId="{FF2A346D-C489-CCDE-464B-8090373BC689}"/>
          </ac:spMkLst>
        </pc:spChg>
        <pc:spChg chg="add mod">
          <ac:chgData name="Leila Iñigo de la Cruz" userId="fae4ed0d-52e1-4e8b-ac73-77e0b7235c9a" providerId="ADAL" clId="{1E9E03C1-E5D4-4BEC-8EBD-C4DD5262B379}" dt="2026-05-11T10:41:31.597" v="2509" actId="164"/>
          <ac:spMkLst>
            <pc:docMk/>
            <pc:sldMk cId="1219343591" sldId="342"/>
            <ac:spMk id="7" creationId="{EAF7474D-5E0F-84BD-FADA-CAA55E9984B1}"/>
          </ac:spMkLst>
        </pc:spChg>
        <pc:spChg chg="add mod">
          <ac:chgData name="Leila Iñigo de la Cruz" userId="fae4ed0d-52e1-4e8b-ac73-77e0b7235c9a" providerId="ADAL" clId="{1E9E03C1-E5D4-4BEC-8EBD-C4DD5262B379}" dt="2026-05-11T10:41:31.597" v="2509" actId="164"/>
          <ac:spMkLst>
            <pc:docMk/>
            <pc:sldMk cId="1219343591" sldId="342"/>
            <ac:spMk id="8" creationId="{11B1801F-DE89-8270-F7EF-EAA7CE81A3DF}"/>
          </ac:spMkLst>
        </pc:spChg>
        <pc:spChg chg="add del mod">
          <ac:chgData name="Leila Iñigo de la Cruz" userId="fae4ed0d-52e1-4e8b-ac73-77e0b7235c9a" providerId="ADAL" clId="{1E9E03C1-E5D4-4BEC-8EBD-C4DD5262B379}" dt="2026-05-11T10:40:09.110" v="2493" actId="478"/>
          <ac:spMkLst>
            <pc:docMk/>
            <pc:sldMk cId="1219343591" sldId="342"/>
            <ac:spMk id="9" creationId="{D8CBCA1D-FE34-864B-3C9B-D0683725F5B2}"/>
          </ac:spMkLst>
        </pc:spChg>
        <pc:spChg chg="add mod">
          <ac:chgData name="Leila Iñigo de la Cruz" userId="fae4ed0d-52e1-4e8b-ac73-77e0b7235c9a" providerId="ADAL" clId="{1E9E03C1-E5D4-4BEC-8EBD-C4DD5262B379}" dt="2026-05-11T10:41:31.597" v="2509" actId="164"/>
          <ac:spMkLst>
            <pc:docMk/>
            <pc:sldMk cId="1219343591" sldId="342"/>
            <ac:spMk id="10" creationId="{2802652E-D464-8EC6-25C2-CC6EF91BAEB4}"/>
          </ac:spMkLst>
        </pc:spChg>
        <pc:spChg chg="add del mod">
          <ac:chgData name="Leila Iñigo de la Cruz" userId="fae4ed0d-52e1-4e8b-ac73-77e0b7235c9a" providerId="ADAL" clId="{1E9E03C1-E5D4-4BEC-8EBD-C4DD5262B379}" dt="2026-05-11T10:39:39.886" v="2483" actId="478"/>
          <ac:spMkLst>
            <pc:docMk/>
            <pc:sldMk cId="1219343591" sldId="342"/>
            <ac:spMk id="11" creationId="{36CB5FAD-AD99-3557-40F1-6223B39C64B1}"/>
          </ac:spMkLst>
        </pc:spChg>
        <pc:spChg chg="add mod">
          <ac:chgData name="Leila Iñigo de la Cruz" userId="fae4ed0d-52e1-4e8b-ac73-77e0b7235c9a" providerId="ADAL" clId="{1E9E03C1-E5D4-4BEC-8EBD-C4DD5262B379}" dt="2026-05-11T10:41:31.597" v="2509" actId="164"/>
          <ac:spMkLst>
            <pc:docMk/>
            <pc:sldMk cId="1219343591" sldId="342"/>
            <ac:spMk id="12" creationId="{66568A48-3324-F7B6-16DB-C6ECD82D131F}"/>
          </ac:spMkLst>
        </pc:spChg>
        <pc:spChg chg="add del mod">
          <ac:chgData name="Leila Iñigo de la Cruz" userId="fae4ed0d-52e1-4e8b-ac73-77e0b7235c9a" providerId="ADAL" clId="{1E9E03C1-E5D4-4BEC-8EBD-C4DD5262B379}" dt="2026-05-11T10:40:13.529" v="2495" actId="478"/>
          <ac:spMkLst>
            <pc:docMk/>
            <pc:sldMk cId="1219343591" sldId="342"/>
            <ac:spMk id="13" creationId="{C707E1FA-ABE6-1B60-9721-0307590B9968}"/>
          </ac:spMkLst>
        </pc:spChg>
        <pc:spChg chg="add mod">
          <ac:chgData name="Leila Iñigo de la Cruz" userId="fae4ed0d-52e1-4e8b-ac73-77e0b7235c9a" providerId="ADAL" clId="{1E9E03C1-E5D4-4BEC-8EBD-C4DD5262B379}" dt="2026-05-11T10:41:31.597" v="2509" actId="164"/>
          <ac:spMkLst>
            <pc:docMk/>
            <pc:sldMk cId="1219343591" sldId="342"/>
            <ac:spMk id="14" creationId="{0EC04290-14D0-7E9C-9829-090B3CCE12E1}"/>
          </ac:spMkLst>
        </pc:spChg>
        <pc:spChg chg="add mod">
          <ac:chgData name="Leila Iñigo de la Cruz" userId="fae4ed0d-52e1-4e8b-ac73-77e0b7235c9a" providerId="ADAL" clId="{1E9E03C1-E5D4-4BEC-8EBD-C4DD5262B379}" dt="2026-05-11T10:41:31.597" v="2509" actId="164"/>
          <ac:spMkLst>
            <pc:docMk/>
            <pc:sldMk cId="1219343591" sldId="342"/>
            <ac:spMk id="15" creationId="{02329891-2F85-1DBB-E49A-9677687F42E4}"/>
          </ac:spMkLst>
        </pc:spChg>
        <pc:spChg chg="add mod">
          <ac:chgData name="Leila Iñigo de la Cruz" userId="fae4ed0d-52e1-4e8b-ac73-77e0b7235c9a" providerId="ADAL" clId="{1E9E03C1-E5D4-4BEC-8EBD-C4DD5262B379}" dt="2026-05-11T10:41:31.597" v="2509" actId="164"/>
          <ac:spMkLst>
            <pc:docMk/>
            <pc:sldMk cId="1219343591" sldId="342"/>
            <ac:spMk id="16" creationId="{789AAD76-D4DE-6091-B64D-C29D01AEF7F3}"/>
          </ac:spMkLst>
        </pc:spChg>
        <pc:spChg chg="add mod">
          <ac:chgData name="Leila Iñigo de la Cruz" userId="fae4ed0d-52e1-4e8b-ac73-77e0b7235c9a" providerId="ADAL" clId="{1E9E03C1-E5D4-4BEC-8EBD-C4DD5262B379}" dt="2026-05-11T10:41:31.597" v="2509" actId="164"/>
          <ac:spMkLst>
            <pc:docMk/>
            <pc:sldMk cId="1219343591" sldId="342"/>
            <ac:spMk id="17" creationId="{3689D1C1-091C-4A2E-5936-41D508C55FDF}"/>
          </ac:spMkLst>
        </pc:spChg>
        <pc:spChg chg="mod">
          <ac:chgData name="Leila Iñigo de la Cruz" userId="fae4ed0d-52e1-4e8b-ac73-77e0b7235c9a" providerId="ADAL" clId="{1E9E03C1-E5D4-4BEC-8EBD-C4DD5262B379}" dt="2026-05-11T10:34:32.547" v="2357" actId="122"/>
          <ac:spMkLst>
            <pc:docMk/>
            <pc:sldMk cId="1219343591" sldId="342"/>
            <ac:spMk id="21" creationId="{792022F7-BA68-DC34-4A7C-3CFD49D186FC}"/>
          </ac:spMkLst>
        </pc:spChg>
        <pc:grpChg chg="add del mod">
          <ac:chgData name="Leila Iñigo de la Cruz" userId="fae4ed0d-52e1-4e8b-ac73-77e0b7235c9a" providerId="ADAL" clId="{1E9E03C1-E5D4-4BEC-8EBD-C4DD5262B379}" dt="2026-05-11T10:41:43.092" v="2512" actId="478"/>
          <ac:grpSpMkLst>
            <pc:docMk/>
            <pc:sldMk cId="1219343591" sldId="342"/>
            <ac:grpSpMk id="18" creationId="{409F92E9-700D-57C6-36E5-93DC05D0F258}"/>
          </ac:grpSpMkLst>
        </pc:grpChg>
        <pc:grpChg chg="del">
          <ac:chgData name="Leila Iñigo de la Cruz" userId="fae4ed0d-52e1-4e8b-ac73-77e0b7235c9a" providerId="ADAL" clId="{1E9E03C1-E5D4-4BEC-8EBD-C4DD5262B379}" dt="2026-05-11T10:34:35.495" v="2358" actId="478"/>
          <ac:grpSpMkLst>
            <pc:docMk/>
            <pc:sldMk cId="1219343591" sldId="342"/>
            <ac:grpSpMk id="30" creationId="{18CCFE41-9E84-AC5C-4CF8-92A8690F2216}"/>
          </ac:grpSpMkLst>
        </pc:grpChg>
      </pc:sldChg>
      <pc:sldChg chg="modSp add mod">
        <pc:chgData name="Leila Iñigo de la Cruz" userId="fae4ed0d-52e1-4e8b-ac73-77e0b7235c9a" providerId="ADAL" clId="{1E9E03C1-E5D4-4BEC-8EBD-C4DD5262B379}" dt="2026-05-11T10:41:54.545" v="2513" actId="1076"/>
        <pc:sldMkLst>
          <pc:docMk/>
          <pc:sldMk cId="2793174712" sldId="343"/>
        </pc:sldMkLst>
        <pc:grpChg chg="mod">
          <ac:chgData name="Leila Iñigo de la Cruz" userId="fae4ed0d-52e1-4e8b-ac73-77e0b7235c9a" providerId="ADAL" clId="{1E9E03C1-E5D4-4BEC-8EBD-C4DD5262B379}" dt="2026-05-11T10:41:54.545" v="2513" actId="1076"/>
          <ac:grpSpMkLst>
            <pc:docMk/>
            <pc:sldMk cId="2793174712" sldId="343"/>
            <ac:grpSpMk id="18" creationId="{18111ABB-8155-F253-7A05-37C346C7FC26}"/>
          </ac:grpSpMkLst>
        </pc:grpChg>
      </pc:sldChg>
      <pc:sldChg chg="addSp delSp modSp add mod modNotesTx">
        <pc:chgData name="Leila Iñigo de la Cruz" userId="fae4ed0d-52e1-4e8b-ac73-77e0b7235c9a" providerId="ADAL" clId="{1E9E03C1-E5D4-4BEC-8EBD-C4DD5262B379}" dt="2026-05-11T11:48:19.515" v="3512" actId="20577"/>
        <pc:sldMkLst>
          <pc:docMk/>
          <pc:sldMk cId="4227349157" sldId="344"/>
        </pc:sldMkLst>
        <pc:spChg chg="add mod">
          <ac:chgData name="Leila Iñigo de la Cruz" userId="fae4ed0d-52e1-4e8b-ac73-77e0b7235c9a" providerId="ADAL" clId="{1E9E03C1-E5D4-4BEC-8EBD-C4DD5262B379}" dt="2026-05-11T10:46:55.594" v="2680" actId="1076"/>
          <ac:spMkLst>
            <pc:docMk/>
            <pc:sldMk cId="4227349157" sldId="344"/>
            <ac:spMk id="2" creationId="{8AB2EA72-DEBE-999F-F2D0-53FDC431CE6E}"/>
          </ac:spMkLst>
        </pc:spChg>
        <pc:spChg chg="del mod">
          <ac:chgData name="Leila Iñigo de la Cruz" userId="fae4ed0d-52e1-4e8b-ac73-77e0b7235c9a" providerId="ADAL" clId="{1E9E03C1-E5D4-4BEC-8EBD-C4DD5262B379}" dt="2026-05-11T10:46:41.963" v="2675" actId="478"/>
          <ac:spMkLst>
            <pc:docMk/>
            <pc:sldMk cId="4227349157" sldId="344"/>
            <ac:spMk id="6" creationId="{C5AB476A-54B2-0C68-4635-B15B4E68A093}"/>
          </ac:spMkLst>
        </pc:spChg>
      </pc:sldChg>
      <pc:sldChg chg="delSp modSp add del mod">
        <pc:chgData name="Leila Iñigo de la Cruz" userId="fae4ed0d-52e1-4e8b-ac73-77e0b7235c9a" providerId="ADAL" clId="{1E9E03C1-E5D4-4BEC-8EBD-C4DD5262B379}" dt="2026-05-11T10:47:40.989" v="2686" actId="47"/>
        <pc:sldMkLst>
          <pc:docMk/>
          <pc:sldMk cId="2189702438" sldId="345"/>
        </pc:sldMkLst>
        <pc:spChg chg="mod">
          <ac:chgData name="Leila Iñigo de la Cruz" userId="fae4ed0d-52e1-4e8b-ac73-77e0b7235c9a" providerId="ADAL" clId="{1E9E03C1-E5D4-4BEC-8EBD-C4DD5262B379}" dt="2026-05-11T10:47:07.348" v="2684" actId="1076"/>
          <ac:spMkLst>
            <pc:docMk/>
            <pc:sldMk cId="2189702438" sldId="345"/>
            <ac:spMk id="2" creationId="{396CD9C1-A08A-A944-A6E6-D5373C656C19}"/>
          </ac:spMkLst>
        </pc:spChg>
        <pc:spChg chg="del">
          <ac:chgData name="Leila Iñigo de la Cruz" userId="fae4ed0d-52e1-4e8b-ac73-77e0b7235c9a" providerId="ADAL" clId="{1E9E03C1-E5D4-4BEC-8EBD-C4DD5262B379}" dt="2026-05-11T10:47:01.682" v="2682" actId="478"/>
          <ac:spMkLst>
            <pc:docMk/>
            <pc:sldMk cId="2189702438" sldId="345"/>
            <ac:spMk id="5" creationId="{045DB138-C48D-EE1E-023A-6F7097C88075}"/>
          </ac:spMkLst>
        </pc:spChg>
        <pc:grpChg chg="del">
          <ac:chgData name="Leila Iñigo de la Cruz" userId="fae4ed0d-52e1-4e8b-ac73-77e0b7235c9a" providerId="ADAL" clId="{1E9E03C1-E5D4-4BEC-8EBD-C4DD5262B379}" dt="2026-05-11T10:47:03.339" v="2683" actId="478"/>
          <ac:grpSpMkLst>
            <pc:docMk/>
            <pc:sldMk cId="2189702438" sldId="345"/>
            <ac:grpSpMk id="18" creationId="{013AAAAD-DA81-D12C-466B-1A186A8C4DC2}"/>
          </ac:grpSpMkLst>
        </pc:grpChg>
      </pc:sldChg>
      <pc:sldChg chg="addSp delSp modSp add mod">
        <pc:chgData name="Leila Iñigo de la Cruz" userId="fae4ed0d-52e1-4e8b-ac73-77e0b7235c9a" providerId="ADAL" clId="{1E9E03C1-E5D4-4BEC-8EBD-C4DD5262B379}" dt="2026-05-11T10:52:45.165" v="2769" actId="478"/>
        <pc:sldMkLst>
          <pc:docMk/>
          <pc:sldMk cId="3437537385" sldId="346"/>
        </pc:sldMkLst>
        <pc:spChg chg="add mod">
          <ac:chgData name="Leila Iñigo de la Cruz" userId="fae4ed0d-52e1-4e8b-ac73-77e0b7235c9a" providerId="ADAL" clId="{1E9E03C1-E5D4-4BEC-8EBD-C4DD5262B379}" dt="2026-05-11T10:49:32.088" v="2709" actId="164"/>
          <ac:spMkLst>
            <pc:docMk/>
            <pc:sldMk cId="3437537385" sldId="346"/>
            <ac:spMk id="2" creationId="{7E3A4FBB-E3D5-FB53-3D0B-D71F9C88F714}"/>
          </ac:spMkLst>
        </pc:spChg>
        <pc:spChg chg="add mod">
          <ac:chgData name="Leila Iñigo de la Cruz" userId="fae4ed0d-52e1-4e8b-ac73-77e0b7235c9a" providerId="ADAL" clId="{1E9E03C1-E5D4-4BEC-8EBD-C4DD5262B379}" dt="2026-05-11T10:51:53.308" v="2751" actId="164"/>
          <ac:spMkLst>
            <pc:docMk/>
            <pc:sldMk cId="3437537385" sldId="346"/>
            <ac:spMk id="4" creationId="{1E859796-90E8-4297-30B5-CD4DA646C59D}"/>
          </ac:spMkLst>
        </pc:spChg>
        <pc:spChg chg="add mod">
          <ac:chgData name="Leila Iñigo de la Cruz" userId="fae4ed0d-52e1-4e8b-ac73-77e0b7235c9a" providerId="ADAL" clId="{1E9E03C1-E5D4-4BEC-8EBD-C4DD5262B379}" dt="2026-05-11T10:51:53.308" v="2751" actId="164"/>
          <ac:spMkLst>
            <pc:docMk/>
            <pc:sldMk cId="3437537385" sldId="346"/>
            <ac:spMk id="6" creationId="{9873BF3D-0C06-5FB7-DDB8-4D3E1025F565}"/>
          </ac:spMkLst>
        </pc:spChg>
        <pc:spChg chg="add mod">
          <ac:chgData name="Leila Iñigo de la Cruz" userId="fae4ed0d-52e1-4e8b-ac73-77e0b7235c9a" providerId="ADAL" clId="{1E9E03C1-E5D4-4BEC-8EBD-C4DD5262B379}" dt="2026-05-11T10:51:53.308" v="2751" actId="164"/>
          <ac:spMkLst>
            <pc:docMk/>
            <pc:sldMk cId="3437537385" sldId="346"/>
            <ac:spMk id="7" creationId="{B6A277F6-F923-C40A-55D9-17F8A05BB428}"/>
          </ac:spMkLst>
        </pc:spChg>
        <pc:spChg chg="add mod">
          <ac:chgData name="Leila Iñigo de la Cruz" userId="fae4ed0d-52e1-4e8b-ac73-77e0b7235c9a" providerId="ADAL" clId="{1E9E03C1-E5D4-4BEC-8EBD-C4DD5262B379}" dt="2026-05-11T10:51:49.914" v="2750" actId="164"/>
          <ac:spMkLst>
            <pc:docMk/>
            <pc:sldMk cId="3437537385" sldId="346"/>
            <ac:spMk id="8" creationId="{1002DD4D-B191-A458-6C2D-F1503426E5EA}"/>
          </ac:spMkLst>
        </pc:spChg>
        <pc:spChg chg="add mod">
          <ac:chgData name="Leila Iñigo de la Cruz" userId="fae4ed0d-52e1-4e8b-ac73-77e0b7235c9a" providerId="ADAL" clId="{1E9E03C1-E5D4-4BEC-8EBD-C4DD5262B379}" dt="2026-05-11T10:51:49.914" v="2750" actId="164"/>
          <ac:spMkLst>
            <pc:docMk/>
            <pc:sldMk cId="3437537385" sldId="346"/>
            <ac:spMk id="9" creationId="{AE590EA3-9B71-846D-E360-21167CB6FE49}"/>
          </ac:spMkLst>
        </pc:spChg>
        <pc:spChg chg="add mod">
          <ac:chgData name="Leila Iñigo de la Cruz" userId="fae4ed0d-52e1-4e8b-ac73-77e0b7235c9a" providerId="ADAL" clId="{1E9E03C1-E5D4-4BEC-8EBD-C4DD5262B379}" dt="2026-05-11T10:51:49.914" v="2750" actId="164"/>
          <ac:spMkLst>
            <pc:docMk/>
            <pc:sldMk cId="3437537385" sldId="346"/>
            <ac:spMk id="10" creationId="{E04093C0-2730-B384-9196-1986ECE5EED2}"/>
          </ac:spMkLst>
        </pc:spChg>
        <pc:spChg chg="add mod">
          <ac:chgData name="Leila Iñigo de la Cruz" userId="fae4ed0d-52e1-4e8b-ac73-77e0b7235c9a" providerId="ADAL" clId="{1E9E03C1-E5D4-4BEC-8EBD-C4DD5262B379}" dt="2026-05-11T10:52:05.811" v="2757" actId="403"/>
          <ac:spMkLst>
            <pc:docMk/>
            <pc:sldMk cId="3437537385" sldId="346"/>
            <ac:spMk id="11" creationId="{E7EE4BE3-14CC-54CA-DFD6-809D93605B80}"/>
          </ac:spMkLst>
        </pc:spChg>
        <pc:spChg chg="add mod">
          <ac:chgData name="Leila Iñigo de la Cruz" userId="fae4ed0d-52e1-4e8b-ac73-77e0b7235c9a" providerId="ADAL" clId="{1E9E03C1-E5D4-4BEC-8EBD-C4DD5262B379}" dt="2026-05-11T10:52:05.811" v="2757" actId="403"/>
          <ac:spMkLst>
            <pc:docMk/>
            <pc:sldMk cId="3437537385" sldId="346"/>
            <ac:spMk id="12" creationId="{2E77A873-7B64-76BD-0767-73A4D5C193B9}"/>
          </ac:spMkLst>
        </pc:spChg>
        <pc:spChg chg="add mod">
          <ac:chgData name="Leila Iñigo de la Cruz" userId="fae4ed0d-52e1-4e8b-ac73-77e0b7235c9a" providerId="ADAL" clId="{1E9E03C1-E5D4-4BEC-8EBD-C4DD5262B379}" dt="2026-05-11T10:52:05.811" v="2757" actId="403"/>
          <ac:spMkLst>
            <pc:docMk/>
            <pc:sldMk cId="3437537385" sldId="346"/>
            <ac:spMk id="13" creationId="{BB71F8CB-13DF-CE16-3AD0-DACE966C5C90}"/>
          </ac:spMkLst>
        </pc:spChg>
        <pc:grpChg chg="add mod">
          <ac:chgData name="Leila Iñigo de la Cruz" userId="fae4ed0d-52e1-4e8b-ac73-77e0b7235c9a" providerId="ADAL" clId="{1E9E03C1-E5D4-4BEC-8EBD-C4DD5262B379}" dt="2026-05-11T10:49:35.490" v="2710" actId="1076"/>
          <ac:grpSpMkLst>
            <pc:docMk/>
            <pc:sldMk cId="3437537385" sldId="346"/>
            <ac:grpSpMk id="3" creationId="{ADB3AF43-BD23-280E-B89A-71C34EB2E9AD}"/>
          </ac:grpSpMkLst>
        </pc:grpChg>
        <pc:grpChg chg="add del mod">
          <ac:chgData name="Leila Iñigo de la Cruz" userId="fae4ed0d-52e1-4e8b-ac73-77e0b7235c9a" providerId="ADAL" clId="{1E9E03C1-E5D4-4BEC-8EBD-C4DD5262B379}" dt="2026-05-11T10:52:45.165" v="2769" actId="478"/>
          <ac:grpSpMkLst>
            <pc:docMk/>
            <pc:sldMk cId="3437537385" sldId="346"/>
            <ac:grpSpMk id="14" creationId="{779B5506-2E00-C832-4FB4-823E8A741A36}"/>
          </ac:grpSpMkLst>
        </pc:grpChg>
        <pc:grpChg chg="add del mod ord">
          <ac:chgData name="Leila Iñigo de la Cruz" userId="fae4ed0d-52e1-4e8b-ac73-77e0b7235c9a" providerId="ADAL" clId="{1E9E03C1-E5D4-4BEC-8EBD-C4DD5262B379}" dt="2026-05-11T10:52:45.165" v="2769" actId="478"/>
          <ac:grpSpMkLst>
            <pc:docMk/>
            <pc:sldMk cId="3437537385" sldId="346"/>
            <ac:grpSpMk id="15" creationId="{77B09E5F-1159-9F85-C4BF-7C64698D45A5}"/>
          </ac:grpSpMkLst>
        </pc:grpChg>
        <pc:grpChg chg="add del mod">
          <ac:chgData name="Leila Iñigo de la Cruz" userId="fae4ed0d-52e1-4e8b-ac73-77e0b7235c9a" providerId="ADAL" clId="{1E9E03C1-E5D4-4BEC-8EBD-C4DD5262B379}" dt="2026-05-11T10:52:45.165" v="2769" actId="478"/>
          <ac:grpSpMkLst>
            <pc:docMk/>
            <pc:sldMk cId="3437537385" sldId="346"/>
            <ac:grpSpMk id="16" creationId="{EA480F04-1F59-3A08-63B4-6C62A87FD39B}"/>
          </ac:grpSpMkLst>
        </pc:grpChg>
        <pc:picChg chg="mod">
          <ac:chgData name="Leila Iñigo de la Cruz" userId="fae4ed0d-52e1-4e8b-ac73-77e0b7235c9a" providerId="ADAL" clId="{1E9E03C1-E5D4-4BEC-8EBD-C4DD5262B379}" dt="2026-05-11T10:49:32.088" v="2709" actId="164"/>
          <ac:picMkLst>
            <pc:docMk/>
            <pc:sldMk cId="3437537385" sldId="346"/>
            <ac:picMk id="5" creationId="{531ABBB8-D52F-245C-1F70-B6E1BE87DD87}"/>
          </ac:picMkLst>
        </pc:picChg>
      </pc:sldChg>
      <pc:sldChg chg="addSp delSp modSp add mod">
        <pc:chgData name="Leila Iñigo de la Cruz" userId="fae4ed0d-52e1-4e8b-ac73-77e0b7235c9a" providerId="ADAL" clId="{1E9E03C1-E5D4-4BEC-8EBD-C4DD5262B379}" dt="2026-05-11T12:23:02.335" v="4159" actId="313"/>
        <pc:sldMkLst>
          <pc:docMk/>
          <pc:sldMk cId="1559497348" sldId="347"/>
        </pc:sldMkLst>
        <pc:spChg chg="mod">
          <ac:chgData name="Leila Iñigo de la Cruz" userId="fae4ed0d-52e1-4e8b-ac73-77e0b7235c9a" providerId="ADAL" clId="{1E9E03C1-E5D4-4BEC-8EBD-C4DD5262B379}" dt="2026-05-11T10:49:48.307" v="2714" actId="1076"/>
          <ac:spMkLst>
            <pc:docMk/>
            <pc:sldMk cId="1559497348" sldId="347"/>
            <ac:spMk id="2" creationId="{EB7B2B2E-06D9-00C2-582D-95C31535F398}"/>
          </ac:spMkLst>
        </pc:spChg>
        <pc:spChg chg="add mod">
          <ac:chgData name="Leila Iñigo de la Cruz" userId="fae4ed0d-52e1-4e8b-ac73-77e0b7235c9a" providerId="ADAL" clId="{1E9E03C1-E5D4-4BEC-8EBD-C4DD5262B379}" dt="2026-05-11T10:50:30.012" v="2738" actId="1076"/>
          <ac:spMkLst>
            <pc:docMk/>
            <pc:sldMk cId="1559497348" sldId="347"/>
            <ac:spMk id="3" creationId="{CD465C5F-939E-02BC-AA87-68A5CC6CD02E}"/>
          </ac:spMkLst>
        </pc:spChg>
        <pc:spChg chg="add mod">
          <ac:chgData name="Leila Iñigo de la Cruz" userId="fae4ed0d-52e1-4e8b-ac73-77e0b7235c9a" providerId="ADAL" clId="{1E9E03C1-E5D4-4BEC-8EBD-C4DD5262B379}" dt="2026-05-11T12:23:02.335" v="4159" actId="313"/>
          <ac:spMkLst>
            <pc:docMk/>
            <pc:sldMk cId="1559497348" sldId="347"/>
            <ac:spMk id="4" creationId="{D0AB5051-2031-A9E0-BD52-CAA4E63028D3}"/>
          </ac:spMkLst>
        </pc:spChg>
        <pc:spChg chg="del">
          <ac:chgData name="Leila Iñigo de la Cruz" userId="fae4ed0d-52e1-4e8b-ac73-77e0b7235c9a" providerId="ADAL" clId="{1E9E03C1-E5D4-4BEC-8EBD-C4DD5262B379}" dt="2026-05-11T10:49:42.263" v="2712" actId="478"/>
          <ac:spMkLst>
            <pc:docMk/>
            <pc:sldMk cId="1559497348" sldId="347"/>
            <ac:spMk id="5" creationId="{7F37CF4B-250D-F3C7-3D69-1ABD5AA8CE4B}"/>
          </ac:spMkLst>
        </pc:spChg>
        <pc:grpChg chg="del">
          <ac:chgData name="Leila Iñigo de la Cruz" userId="fae4ed0d-52e1-4e8b-ac73-77e0b7235c9a" providerId="ADAL" clId="{1E9E03C1-E5D4-4BEC-8EBD-C4DD5262B379}" dt="2026-05-11T10:49:43.728" v="2713" actId="478"/>
          <ac:grpSpMkLst>
            <pc:docMk/>
            <pc:sldMk cId="1559497348" sldId="347"/>
            <ac:grpSpMk id="18" creationId="{109F9513-4594-3042-4A58-7CDD07EB5860}"/>
          </ac:grpSpMkLst>
        </pc:grpChg>
      </pc:sldChg>
      <pc:sldChg chg="add">
        <pc:chgData name="Leila Iñigo de la Cruz" userId="fae4ed0d-52e1-4e8b-ac73-77e0b7235c9a" providerId="ADAL" clId="{1E9E03C1-E5D4-4BEC-8EBD-C4DD5262B379}" dt="2026-05-11T10:52:40.638" v="2768" actId="2890"/>
        <pc:sldMkLst>
          <pc:docMk/>
          <pc:sldMk cId="1479800811" sldId="348"/>
        </pc:sldMkLst>
      </pc:sldChg>
      <pc:sldChg chg="addSp delSp modSp new mod">
        <pc:chgData name="Leila Iñigo de la Cruz" userId="fae4ed0d-52e1-4e8b-ac73-77e0b7235c9a" providerId="ADAL" clId="{1E9E03C1-E5D4-4BEC-8EBD-C4DD5262B379}" dt="2026-05-12T11:37:15.001" v="6112" actId="403"/>
        <pc:sldMkLst>
          <pc:docMk/>
          <pc:sldMk cId="3744363531" sldId="349"/>
        </pc:sldMkLst>
        <pc:spChg chg="del">
          <ac:chgData name="Leila Iñigo de la Cruz" userId="fae4ed0d-52e1-4e8b-ac73-77e0b7235c9a" providerId="ADAL" clId="{1E9E03C1-E5D4-4BEC-8EBD-C4DD5262B379}" dt="2026-05-11T10:53:13.205" v="2771" actId="478"/>
          <ac:spMkLst>
            <pc:docMk/>
            <pc:sldMk cId="3744363531" sldId="349"/>
            <ac:spMk id="2" creationId="{46E4CB21-543B-C6FA-9AD1-C38437881357}"/>
          </ac:spMkLst>
        </pc:spChg>
        <pc:spChg chg="del">
          <ac:chgData name="Leila Iñigo de la Cruz" userId="fae4ed0d-52e1-4e8b-ac73-77e0b7235c9a" providerId="ADAL" clId="{1E9E03C1-E5D4-4BEC-8EBD-C4DD5262B379}" dt="2026-05-11T10:53:14.861" v="2773" actId="478"/>
          <ac:spMkLst>
            <pc:docMk/>
            <pc:sldMk cId="3744363531" sldId="349"/>
            <ac:spMk id="3" creationId="{B0CA2F8C-EF8B-8358-5395-541EAA3B2D34}"/>
          </ac:spMkLst>
        </pc:spChg>
        <pc:spChg chg="del">
          <ac:chgData name="Leila Iñigo de la Cruz" userId="fae4ed0d-52e1-4e8b-ac73-77e0b7235c9a" providerId="ADAL" clId="{1E9E03C1-E5D4-4BEC-8EBD-C4DD5262B379}" dt="2026-05-11T10:53:14.127" v="2772" actId="478"/>
          <ac:spMkLst>
            <pc:docMk/>
            <pc:sldMk cId="3744363531" sldId="349"/>
            <ac:spMk id="4" creationId="{B2DEF385-4D17-FE85-502C-34161B4ED953}"/>
          </ac:spMkLst>
        </pc:spChg>
        <pc:spChg chg="add mod">
          <ac:chgData name="Leila Iñigo de la Cruz" userId="fae4ed0d-52e1-4e8b-ac73-77e0b7235c9a" providerId="ADAL" clId="{1E9E03C1-E5D4-4BEC-8EBD-C4DD5262B379}" dt="2026-05-11T12:26:23.218" v="4165" actId="20577"/>
          <ac:spMkLst>
            <pc:docMk/>
            <pc:sldMk cId="3744363531" sldId="349"/>
            <ac:spMk id="5" creationId="{BB5E9856-9FC3-D1EB-AE51-FCA21DAB6C24}"/>
          </ac:spMkLst>
        </pc:spChg>
        <pc:spChg chg="del">
          <ac:chgData name="Leila Iñigo de la Cruz" userId="fae4ed0d-52e1-4e8b-ac73-77e0b7235c9a" providerId="ADAL" clId="{1E9E03C1-E5D4-4BEC-8EBD-C4DD5262B379}" dt="2026-05-12T11:35:35.419" v="6092" actId="478"/>
          <ac:spMkLst>
            <pc:docMk/>
            <pc:sldMk cId="3744363531" sldId="349"/>
            <ac:spMk id="6" creationId="{F3A08C71-D61C-CE87-2827-80B9B1B15EF2}"/>
          </ac:spMkLst>
        </pc:spChg>
        <pc:spChg chg="add mod">
          <ac:chgData name="Leila Iñigo de la Cruz" userId="fae4ed0d-52e1-4e8b-ac73-77e0b7235c9a" providerId="ADAL" clId="{1E9E03C1-E5D4-4BEC-8EBD-C4DD5262B379}" dt="2026-05-11T12:26:54.097" v="4171" actId="20577"/>
          <ac:spMkLst>
            <pc:docMk/>
            <pc:sldMk cId="3744363531" sldId="349"/>
            <ac:spMk id="7" creationId="{C46204BD-5E72-5458-357D-B3E1D5FC36EF}"/>
          </ac:spMkLst>
        </pc:spChg>
        <pc:spChg chg="add mod">
          <ac:chgData name="Leila Iñigo de la Cruz" userId="fae4ed0d-52e1-4e8b-ac73-77e0b7235c9a" providerId="ADAL" clId="{1E9E03C1-E5D4-4BEC-8EBD-C4DD5262B379}" dt="2026-05-12T11:37:15.001" v="6112" actId="403"/>
          <ac:spMkLst>
            <pc:docMk/>
            <pc:sldMk cId="3744363531" sldId="349"/>
            <ac:spMk id="8" creationId="{60481E57-F000-0220-47C0-D979DF6D0E13}"/>
          </ac:spMkLst>
        </pc:spChg>
        <pc:spChg chg="add del mod">
          <ac:chgData name="Leila Iñigo de la Cruz" userId="fae4ed0d-52e1-4e8b-ac73-77e0b7235c9a" providerId="ADAL" clId="{1E9E03C1-E5D4-4BEC-8EBD-C4DD5262B379}" dt="2026-05-12T11:35:33.732" v="6091" actId="478"/>
          <ac:spMkLst>
            <pc:docMk/>
            <pc:sldMk cId="3744363531" sldId="349"/>
            <ac:spMk id="9" creationId="{8A60A170-440E-A801-31B3-FEF5A0187A5D}"/>
          </ac:spMkLst>
        </pc:spChg>
        <pc:spChg chg="add del mod">
          <ac:chgData name="Leila Iñigo de la Cruz" userId="fae4ed0d-52e1-4e8b-ac73-77e0b7235c9a" providerId="ADAL" clId="{1E9E03C1-E5D4-4BEC-8EBD-C4DD5262B379}" dt="2026-05-12T11:35:40.087" v="6095" actId="478"/>
          <ac:spMkLst>
            <pc:docMk/>
            <pc:sldMk cId="3744363531" sldId="349"/>
            <ac:spMk id="10" creationId="{DDBF212A-C0F6-B69F-5C75-06CA41A959DB}"/>
          </ac:spMkLst>
        </pc:spChg>
        <pc:spChg chg="add del mod">
          <ac:chgData name="Leila Iñigo de la Cruz" userId="fae4ed0d-52e1-4e8b-ac73-77e0b7235c9a" providerId="ADAL" clId="{1E9E03C1-E5D4-4BEC-8EBD-C4DD5262B379}" dt="2026-05-12T11:35:39.060" v="6094" actId="478"/>
          <ac:spMkLst>
            <pc:docMk/>
            <pc:sldMk cId="3744363531" sldId="349"/>
            <ac:spMk id="11" creationId="{9D049AD0-0A9A-C683-931C-5F5D8C377B15}"/>
          </ac:spMkLst>
        </pc:spChg>
        <pc:spChg chg="add del mod">
          <ac:chgData name="Leila Iñigo de la Cruz" userId="fae4ed0d-52e1-4e8b-ac73-77e0b7235c9a" providerId="ADAL" clId="{1E9E03C1-E5D4-4BEC-8EBD-C4DD5262B379}" dt="2026-05-11T12:26:12.802" v="4160" actId="478"/>
          <ac:spMkLst>
            <pc:docMk/>
            <pc:sldMk cId="3744363531" sldId="349"/>
            <ac:spMk id="12" creationId="{9511FFFE-B903-3CB1-20F3-3D5FC810CCA7}"/>
          </ac:spMkLst>
        </pc:spChg>
        <pc:spChg chg="add del mod">
          <ac:chgData name="Leila Iñigo de la Cruz" userId="fae4ed0d-52e1-4e8b-ac73-77e0b7235c9a" providerId="ADAL" clId="{1E9E03C1-E5D4-4BEC-8EBD-C4DD5262B379}" dt="2026-05-11T12:26:14.684" v="4161" actId="478"/>
          <ac:spMkLst>
            <pc:docMk/>
            <pc:sldMk cId="3744363531" sldId="349"/>
            <ac:spMk id="13" creationId="{6C17170E-57AA-5D7C-ECEE-03D11427F1B7}"/>
          </ac:spMkLst>
        </pc:spChg>
        <pc:spChg chg="add del mod">
          <ac:chgData name="Leila Iñigo de la Cruz" userId="fae4ed0d-52e1-4e8b-ac73-77e0b7235c9a" providerId="ADAL" clId="{1E9E03C1-E5D4-4BEC-8EBD-C4DD5262B379}" dt="2026-05-11T12:26:15.760" v="4162" actId="478"/>
          <ac:spMkLst>
            <pc:docMk/>
            <pc:sldMk cId="3744363531" sldId="349"/>
            <ac:spMk id="14" creationId="{7388B06E-2985-F8DA-4A4C-B2BAB3D04C67}"/>
          </ac:spMkLst>
        </pc:spChg>
        <pc:spChg chg="add del mod">
          <ac:chgData name="Leila Iñigo de la Cruz" userId="fae4ed0d-52e1-4e8b-ac73-77e0b7235c9a" providerId="ADAL" clId="{1E9E03C1-E5D4-4BEC-8EBD-C4DD5262B379}" dt="2026-05-12T11:35:36.781" v="6093" actId="478"/>
          <ac:spMkLst>
            <pc:docMk/>
            <pc:sldMk cId="3744363531" sldId="349"/>
            <ac:spMk id="15" creationId="{CB7CBC3D-D80D-8304-B82D-A8A2846A274D}"/>
          </ac:spMkLst>
        </pc:spChg>
        <pc:spChg chg="add del mod">
          <ac:chgData name="Leila Iñigo de la Cruz" userId="fae4ed0d-52e1-4e8b-ac73-77e0b7235c9a" providerId="ADAL" clId="{1E9E03C1-E5D4-4BEC-8EBD-C4DD5262B379}" dt="2026-05-12T11:35:41.434" v="6096" actId="478"/>
          <ac:spMkLst>
            <pc:docMk/>
            <pc:sldMk cId="3744363531" sldId="349"/>
            <ac:spMk id="16" creationId="{54B7C594-93D8-B492-5A59-793026FDB60D}"/>
          </ac:spMkLst>
        </pc:spChg>
        <pc:spChg chg="add del mod">
          <ac:chgData name="Leila Iñigo de la Cruz" userId="fae4ed0d-52e1-4e8b-ac73-77e0b7235c9a" providerId="ADAL" clId="{1E9E03C1-E5D4-4BEC-8EBD-C4DD5262B379}" dt="2026-05-12T11:35:42.363" v="6097" actId="478"/>
          <ac:spMkLst>
            <pc:docMk/>
            <pc:sldMk cId="3744363531" sldId="349"/>
            <ac:spMk id="17" creationId="{7A5BAD5D-9FF9-9079-E7D5-5170CD4DBF2B}"/>
          </ac:spMkLst>
        </pc:spChg>
        <pc:picChg chg="add del mod ord">
          <ac:chgData name="Leila Iñigo de la Cruz" userId="fae4ed0d-52e1-4e8b-ac73-77e0b7235c9a" providerId="ADAL" clId="{1E9E03C1-E5D4-4BEC-8EBD-C4DD5262B379}" dt="2026-05-12T11:35:18.242" v="6087" actId="478"/>
          <ac:picMkLst>
            <pc:docMk/>
            <pc:sldMk cId="3744363531" sldId="349"/>
            <ac:picMk id="3" creationId="{571F5D3B-70AE-C3CC-2515-C78ADBE24883}"/>
          </ac:picMkLst>
        </pc:picChg>
        <pc:picChg chg="add del mod">
          <ac:chgData name="Leila Iñigo de la Cruz" userId="fae4ed0d-52e1-4e8b-ac73-77e0b7235c9a" providerId="ADAL" clId="{1E9E03C1-E5D4-4BEC-8EBD-C4DD5262B379}" dt="2026-05-12T11:35:17.347" v="6086" actId="478"/>
          <ac:picMkLst>
            <pc:docMk/>
            <pc:sldMk cId="3744363531" sldId="349"/>
            <ac:picMk id="12" creationId="{008CA61C-FA9C-92E2-7030-AD853067C8E7}"/>
          </ac:picMkLst>
        </pc:picChg>
        <pc:picChg chg="add mod">
          <ac:chgData name="Leila Iñigo de la Cruz" userId="fae4ed0d-52e1-4e8b-ac73-77e0b7235c9a" providerId="ADAL" clId="{1E9E03C1-E5D4-4BEC-8EBD-C4DD5262B379}" dt="2026-05-12T11:36:29.529" v="6109" actId="1076"/>
          <ac:picMkLst>
            <pc:docMk/>
            <pc:sldMk cId="3744363531" sldId="349"/>
            <ac:picMk id="13" creationId="{EE3A2E8B-A1D4-7C97-B9CF-F998788C2180}"/>
          </ac:picMkLst>
        </pc:picChg>
        <pc:picChg chg="add mod">
          <ac:chgData name="Leila Iñigo de la Cruz" userId="fae4ed0d-52e1-4e8b-ac73-77e0b7235c9a" providerId="ADAL" clId="{1E9E03C1-E5D4-4BEC-8EBD-C4DD5262B379}" dt="2026-05-12T11:36:42.759" v="6111" actId="1035"/>
          <ac:picMkLst>
            <pc:docMk/>
            <pc:sldMk cId="3744363531" sldId="349"/>
            <ac:picMk id="14" creationId="{FA2784B8-F8F6-AA2C-1310-6DDB5576D76C}"/>
          </ac:picMkLst>
        </pc:picChg>
      </pc:sldChg>
      <pc:sldChg chg="addSp delSp modSp add mod setBg">
        <pc:chgData name="Leila Iñigo de la Cruz" userId="fae4ed0d-52e1-4e8b-ac73-77e0b7235c9a" providerId="ADAL" clId="{1E9E03C1-E5D4-4BEC-8EBD-C4DD5262B379}" dt="2026-05-11T14:39:42.321" v="5200"/>
        <pc:sldMkLst>
          <pc:docMk/>
          <pc:sldMk cId="2464573446" sldId="350"/>
        </pc:sldMkLst>
        <pc:spChg chg="del">
          <ac:chgData name="Leila Iñigo de la Cruz" userId="fae4ed0d-52e1-4e8b-ac73-77e0b7235c9a" providerId="ADAL" clId="{1E9E03C1-E5D4-4BEC-8EBD-C4DD5262B379}" dt="2026-05-11T12:34:19.360" v="4555" actId="478"/>
          <ac:spMkLst>
            <pc:docMk/>
            <pc:sldMk cId="2464573446" sldId="350"/>
            <ac:spMk id="2" creationId="{BBCEF59B-E6F4-5948-97CE-399526BCF951}"/>
          </ac:spMkLst>
        </pc:spChg>
        <pc:spChg chg="add del mod">
          <ac:chgData name="Leila Iñigo de la Cruz" userId="fae4ed0d-52e1-4e8b-ac73-77e0b7235c9a" providerId="ADAL" clId="{1E9E03C1-E5D4-4BEC-8EBD-C4DD5262B379}" dt="2026-05-11T14:39:41.891" v="5199" actId="478"/>
          <ac:spMkLst>
            <pc:docMk/>
            <pc:sldMk cId="2464573446" sldId="350"/>
            <ac:spMk id="9" creationId="{8C62BB66-D911-9DB9-977B-1292C0240BD0}"/>
          </ac:spMkLst>
        </pc:spChg>
        <pc:spChg chg="add mod">
          <ac:chgData name="Leila Iñigo de la Cruz" userId="fae4ed0d-52e1-4e8b-ac73-77e0b7235c9a" providerId="ADAL" clId="{1E9E03C1-E5D4-4BEC-8EBD-C4DD5262B379}" dt="2026-05-11T14:39:42.321" v="5200"/>
          <ac:spMkLst>
            <pc:docMk/>
            <pc:sldMk cId="2464573446" sldId="350"/>
            <ac:spMk id="11" creationId="{5A17EDDC-3F1C-8694-1764-C225C2F90499}"/>
          </ac:spMkLst>
        </pc:spChg>
        <pc:grpChg chg="add mod">
          <ac:chgData name="Leila Iñigo de la Cruz" userId="fae4ed0d-52e1-4e8b-ac73-77e0b7235c9a" providerId="ADAL" clId="{1E9E03C1-E5D4-4BEC-8EBD-C4DD5262B379}" dt="2026-05-11T12:40:28.011" v="4590" actId="1076"/>
          <ac:grpSpMkLst>
            <pc:docMk/>
            <pc:sldMk cId="2464573446" sldId="350"/>
            <ac:grpSpMk id="10" creationId="{01E70C63-D798-74F4-7A3B-75775DA0F287}"/>
          </ac:grpSpMkLst>
        </pc:grpChg>
        <pc:picChg chg="add mod">
          <ac:chgData name="Leila Iñigo de la Cruz" userId="fae4ed0d-52e1-4e8b-ac73-77e0b7235c9a" providerId="ADAL" clId="{1E9E03C1-E5D4-4BEC-8EBD-C4DD5262B379}" dt="2026-05-11T12:40:28.011" v="4590" actId="1076"/>
          <ac:picMkLst>
            <pc:docMk/>
            <pc:sldMk cId="2464573446" sldId="350"/>
            <ac:picMk id="4" creationId="{B760F3B7-31F6-12D6-A06B-64494A1E588E}"/>
          </ac:picMkLst>
        </pc:picChg>
        <pc:picChg chg="add mod">
          <ac:chgData name="Leila Iñigo de la Cruz" userId="fae4ed0d-52e1-4e8b-ac73-77e0b7235c9a" providerId="ADAL" clId="{1E9E03C1-E5D4-4BEC-8EBD-C4DD5262B379}" dt="2026-05-11T12:40:28.011" v="4590" actId="1076"/>
          <ac:picMkLst>
            <pc:docMk/>
            <pc:sldMk cId="2464573446" sldId="350"/>
            <ac:picMk id="5" creationId="{316DD680-1EE6-3B7F-902B-B7F88CDB85CD}"/>
          </ac:picMkLst>
        </pc:picChg>
        <pc:picChg chg="add mod">
          <ac:chgData name="Leila Iñigo de la Cruz" userId="fae4ed0d-52e1-4e8b-ac73-77e0b7235c9a" providerId="ADAL" clId="{1E9E03C1-E5D4-4BEC-8EBD-C4DD5262B379}" dt="2026-05-11T12:40:28.011" v="4590" actId="1076"/>
          <ac:picMkLst>
            <pc:docMk/>
            <pc:sldMk cId="2464573446" sldId="350"/>
            <ac:picMk id="6" creationId="{2E28ABFA-B2C6-CDA9-3416-6A07153B4B22}"/>
          </ac:picMkLst>
        </pc:picChg>
        <pc:picChg chg="add mod">
          <ac:chgData name="Leila Iñigo de la Cruz" userId="fae4ed0d-52e1-4e8b-ac73-77e0b7235c9a" providerId="ADAL" clId="{1E9E03C1-E5D4-4BEC-8EBD-C4DD5262B379}" dt="2026-05-11T12:40:28.011" v="4590" actId="1076"/>
          <ac:picMkLst>
            <pc:docMk/>
            <pc:sldMk cId="2464573446" sldId="350"/>
            <ac:picMk id="7" creationId="{04EEDE7C-374C-28F1-4E9B-E089B862B467}"/>
          </ac:picMkLst>
        </pc:picChg>
        <pc:picChg chg="add del">
          <ac:chgData name="Leila Iñigo de la Cruz" userId="fae4ed0d-52e1-4e8b-ac73-77e0b7235c9a" providerId="ADAL" clId="{1E9E03C1-E5D4-4BEC-8EBD-C4DD5262B379}" dt="2026-05-11T12:35:43.142" v="4557" actId="478"/>
          <ac:picMkLst>
            <pc:docMk/>
            <pc:sldMk cId="2464573446" sldId="350"/>
            <ac:picMk id="2050" creationId="{BE2513FD-D116-43DF-9BB9-00F40EA903F4}"/>
          </ac:picMkLst>
        </pc:picChg>
        <pc:picChg chg="add mod">
          <ac:chgData name="Leila Iñigo de la Cruz" userId="fae4ed0d-52e1-4e8b-ac73-77e0b7235c9a" providerId="ADAL" clId="{1E9E03C1-E5D4-4BEC-8EBD-C4DD5262B379}" dt="2026-05-11T12:40:28.011" v="4590" actId="1076"/>
          <ac:picMkLst>
            <pc:docMk/>
            <pc:sldMk cId="2464573446" sldId="350"/>
            <ac:picMk id="2052" creationId="{366120A9-8560-2E3B-922A-15774324E5BA}"/>
          </ac:picMkLst>
        </pc:picChg>
      </pc:sldChg>
      <pc:sldChg chg="addSp delSp modSp add mod setBg">
        <pc:chgData name="Leila Iñigo de la Cruz" userId="fae4ed0d-52e1-4e8b-ac73-77e0b7235c9a" providerId="ADAL" clId="{1E9E03C1-E5D4-4BEC-8EBD-C4DD5262B379}" dt="2026-05-12T09:55:10.519" v="5984"/>
        <pc:sldMkLst>
          <pc:docMk/>
          <pc:sldMk cId="3876432485" sldId="351"/>
        </pc:sldMkLst>
        <pc:spChg chg="add del mod">
          <ac:chgData name="Leila Iñigo de la Cruz" userId="fae4ed0d-52e1-4e8b-ac73-77e0b7235c9a" providerId="ADAL" clId="{1E9E03C1-E5D4-4BEC-8EBD-C4DD5262B379}" dt="2026-05-11T12:43:20.355" v="4610" actId="478"/>
          <ac:spMkLst>
            <pc:docMk/>
            <pc:sldMk cId="3876432485" sldId="351"/>
            <ac:spMk id="2" creationId="{DAB30519-E488-7B22-D328-37FB6ADF0D00}"/>
          </ac:spMkLst>
        </pc:spChg>
        <pc:spChg chg="add mod">
          <ac:chgData name="Leila Iñigo de la Cruz" userId="fae4ed0d-52e1-4e8b-ac73-77e0b7235c9a" providerId="ADAL" clId="{1E9E03C1-E5D4-4BEC-8EBD-C4DD5262B379}" dt="2026-05-12T09:55:10.519" v="5984"/>
          <ac:spMkLst>
            <pc:docMk/>
            <pc:sldMk cId="3876432485" sldId="351"/>
            <ac:spMk id="2" creationId="{FE379AA3-778D-0BD2-C7BC-94DB9743EA0A}"/>
          </ac:spMkLst>
        </pc:spChg>
        <pc:spChg chg="add del mod">
          <ac:chgData name="Leila Iñigo de la Cruz" userId="fae4ed0d-52e1-4e8b-ac73-77e0b7235c9a" providerId="ADAL" clId="{1E9E03C1-E5D4-4BEC-8EBD-C4DD5262B379}" dt="2026-05-11T14:39:19.058" v="5195" actId="478"/>
          <ac:spMkLst>
            <pc:docMk/>
            <pc:sldMk cId="3876432485" sldId="351"/>
            <ac:spMk id="8" creationId="{FB6C7BF8-6F58-9970-7087-AD7D57580A57}"/>
          </ac:spMkLst>
        </pc:spChg>
        <pc:spChg chg="del mod">
          <ac:chgData name="Leila Iñigo de la Cruz" userId="fae4ed0d-52e1-4e8b-ac73-77e0b7235c9a" providerId="ADAL" clId="{1E9E03C1-E5D4-4BEC-8EBD-C4DD5262B379}" dt="2026-05-11T14:39:38.259" v="5198" actId="478"/>
          <ac:spMkLst>
            <pc:docMk/>
            <pc:sldMk cId="3876432485" sldId="351"/>
            <ac:spMk id="9" creationId="{94319D3F-B544-416E-D5E3-61EC537FCC98}"/>
          </ac:spMkLst>
        </pc:spChg>
        <pc:spChg chg="add del mod">
          <ac:chgData name="Leila Iñigo de la Cruz" userId="fae4ed0d-52e1-4e8b-ac73-77e0b7235c9a" providerId="ADAL" clId="{1E9E03C1-E5D4-4BEC-8EBD-C4DD5262B379}" dt="2026-05-12T09:54:55.904" v="5981" actId="478"/>
          <ac:spMkLst>
            <pc:docMk/>
            <pc:sldMk cId="3876432485" sldId="351"/>
            <ac:spMk id="11" creationId="{7B34DEF7-956A-0863-DB09-11E9AE801B53}"/>
          </ac:spMkLst>
        </pc:spChg>
        <pc:spChg chg="add mod">
          <ac:chgData name="Leila Iñigo de la Cruz" userId="fae4ed0d-52e1-4e8b-ac73-77e0b7235c9a" providerId="ADAL" clId="{1E9E03C1-E5D4-4BEC-8EBD-C4DD5262B379}" dt="2026-05-11T14:39:35.633" v="5197"/>
          <ac:spMkLst>
            <pc:docMk/>
            <pc:sldMk cId="3876432485" sldId="351"/>
            <ac:spMk id="12" creationId="{C4BBF126-5BBA-EC71-3B03-59B0B2A99C67}"/>
          </ac:spMkLst>
        </pc:spChg>
        <pc:picChg chg="mod">
          <ac:chgData name="Leila Iñigo de la Cruz" userId="fae4ed0d-52e1-4e8b-ac73-77e0b7235c9a" providerId="ADAL" clId="{1E9E03C1-E5D4-4BEC-8EBD-C4DD5262B379}" dt="2026-05-11T12:43:08.017" v="4608" actId="1582"/>
          <ac:picMkLst>
            <pc:docMk/>
            <pc:sldMk cId="3876432485" sldId="351"/>
            <ac:picMk id="7" creationId="{75ED1996-A093-2CC9-CAB6-B6C840E7243C}"/>
          </ac:picMkLst>
        </pc:picChg>
      </pc:sldChg>
      <pc:sldChg chg="addSp delSp modSp add mod setBg">
        <pc:chgData name="Leila Iñigo de la Cruz" userId="fae4ed0d-52e1-4e8b-ac73-77e0b7235c9a" providerId="ADAL" clId="{1E9E03C1-E5D4-4BEC-8EBD-C4DD5262B379}" dt="2026-05-12T09:55:26.870" v="5988" actId="1038"/>
        <pc:sldMkLst>
          <pc:docMk/>
          <pc:sldMk cId="188369776" sldId="352"/>
        </pc:sldMkLst>
        <pc:spChg chg="mod">
          <ac:chgData name="Leila Iñigo de la Cruz" userId="fae4ed0d-52e1-4e8b-ac73-77e0b7235c9a" providerId="ADAL" clId="{1E9E03C1-E5D4-4BEC-8EBD-C4DD5262B379}" dt="2026-05-12T09:55:26.870" v="5988" actId="1038"/>
          <ac:spMkLst>
            <pc:docMk/>
            <pc:sldMk cId="188369776" sldId="352"/>
            <ac:spMk id="2" creationId="{8F03F6A3-C715-BFF5-9D93-5DE42BEA5D38}"/>
          </ac:spMkLst>
        </pc:spChg>
        <pc:spChg chg="add del mod">
          <ac:chgData name="Leila Iñigo de la Cruz" userId="fae4ed0d-52e1-4e8b-ac73-77e0b7235c9a" providerId="ADAL" clId="{1E9E03C1-E5D4-4BEC-8EBD-C4DD5262B379}" dt="2026-05-11T12:47:07.024" v="4857" actId="478"/>
          <ac:spMkLst>
            <pc:docMk/>
            <pc:sldMk cId="188369776" sldId="352"/>
            <ac:spMk id="3" creationId="{26CA5E68-B255-7CE0-3FD4-42CD102F2341}"/>
          </ac:spMkLst>
        </pc:spChg>
        <pc:spChg chg="del mod">
          <ac:chgData name="Leila Iñigo de la Cruz" userId="fae4ed0d-52e1-4e8b-ac73-77e0b7235c9a" providerId="ADAL" clId="{1E9E03C1-E5D4-4BEC-8EBD-C4DD5262B379}" dt="2026-05-12T09:55:02.818" v="5982" actId="478"/>
          <ac:spMkLst>
            <pc:docMk/>
            <pc:sldMk cId="188369776" sldId="352"/>
            <ac:spMk id="8" creationId="{A73AD933-50B0-0323-138E-A890469F626C}"/>
          </ac:spMkLst>
        </pc:spChg>
        <pc:spChg chg="mod">
          <ac:chgData name="Leila Iñigo de la Cruz" userId="fae4ed0d-52e1-4e8b-ac73-77e0b7235c9a" providerId="ADAL" clId="{1E9E03C1-E5D4-4BEC-8EBD-C4DD5262B379}" dt="2026-05-12T09:55:26.870" v="5988" actId="1038"/>
          <ac:spMkLst>
            <pc:docMk/>
            <pc:sldMk cId="188369776" sldId="352"/>
            <ac:spMk id="9" creationId="{104CE9BA-C481-A708-4AC2-F6FB6BC094D6}"/>
          </ac:spMkLst>
        </pc:spChg>
        <pc:spChg chg="add mod">
          <ac:chgData name="Leila Iñigo de la Cruz" userId="fae4ed0d-52e1-4e8b-ac73-77e0b7235c9a" providerId="ADAL" clId="{1E9E03C1-E5D4-4BEC-8EBD-C4DD5262B379}" dt="2026-05-12T09:55:26.870" v="5988" actId="1038"/>
          <ac:spMkLst>
            <pc:docMk/>
            <pc:sldMk cId="188369776" sldId="352"/>
            <ac:spMk id="11" creationId="{232BBB09-4244-F58E-A759-66154974BF2D}"/>
          </ac:spMkLst>
        </pc:spChg>
        <pc:spChg chg="add mod">
          <ac:chgData name="Leila Iñigo de la Cruz" userId="fae4ed0d-52e1-4e8b-ac73-77e0b7235c9a" providerId="ADAL" clId="{1E9E03C1-E5D4-4BEC-8EBD-C4DD5262B379}" dt="2026-05-12T09:55:26.870" v="5988" actId="1038"/>
          <ac:spMkLst>
            <pc:docMk/>
            <pc:sldMk cId="188369776" sldId="352"/>
            <ac:spMk id="12" creationId="{703CA63F-BBFF-094B-CC53-C9190C0BF12F}"/>
          </ac:spMkLst>
        </pc:spChg>
      </pc:sldChg>
      <pc:sldChg chg="addSp delSp modSp add mod setBg">
        <pc:chgData name="Leila Iñigo de la Cruz" userId="fae4ed0d-52e1-4e8b-ac73-77e0b7235c9a" providerId="ADAL" clId="{1E9E03C1-E5D4-4BEC-8EBD-C4DD5262B379}" dt="2026-05-11T14:40:16.305" v="5237" actId="14100"/>
        <pc:sldMkLst>
          <pc:docMk/>
          <pc:sldMk cId="1672659269" sldId="353"/>
        </pc:sldMkLst>
        <pc:spChg chg="add del mod">
          <ac:chgData name="Leila Iñigo de la Cruz" userId="fae4ed0d-52e1-4e8b-ac73-77e0b7235c9a" providerId="ADAL" clId="{1E9E03C1-E5D4-4BEC-8EBD-C4DD5262B379}" dt="2026-05-11T12:51:20.439" v="4883"/>
          <ac:spMkLst>
            <pc:docMk/>
            <pc:sldMk cId="1672659269" sldId="353"/>
            <ac:spMk id="3" creationId="{0F7F3BD9-EA53-1EFD-65B0-4398A86C110E}"/>
          </ac:spMkLst>
        </pc:spChg>
        <pc:spChg chg="add del mod">
          <ac:chgData name="Leila Iñigo de la Cruz" userId="fae4ed0d-52e1-4e8b-ac73-77e0b7235c9a" providerId="ADAL" clId="{1E9E03C1-E5D4-4BEC-8EBD-C4DD5262B379}" dt="2026-05-11T12:51:34.465" v="4896" actId="478"/>
          <ac:spMkLst>
            <pc:docMk/>
            <pc:sldMk cId="1672659269" sldId="353"/>
            <ac:spMk id="7" creationId="{ECF81747-DB2F-66C8-68FA-D9C298E9BF82}"/>
          </ac:spMkLst>
        </pc:spChg>
        <pc:spChg chg="add del mod">
          <ac:chgData name="Leila Iñigo de la Cruz" userId="fae4ed0d-52e1-4e8b-ac73-77e0b7235c9a" providerId="ADAL" clId="{1E9E03C1-E5D4-4BEC-8EBD-C4DD5262B379}" dt="2026-05-11T12:51:46.627" v="4899" actId="478"/>
          <ac:spMkLst>
            <pc:docMk/>
            <pc:sldMk cId="1672659269" sldId="353"/>
            <ac:spMk id="9" creationId="{A7007D00-16E2-65BB-505E-2CC200B80BAE}"/>
          </ac:spMkLst>
        </pc:spChg>
        <pc:spChg chg="add mod">
          <ac:chgData name="Leila Iñigo de la Cruz" userId="fae4ed0d-52e1-4e8b-ac73-77e0b7235c9a" providerId="ADAL" clId="{1E9E03C1-E5D4-4BEC-8EBD-C4DD5262B379}" dt="2026-05-11T14:40:16.305" v="5237" actId="14100"/>
          <ac:spMkLst>
            <pc:docMk/>
            <pc:sldMk cId="1672659269" sldId="353"/>
            <ac:spMk id="11" creationId="{0EF4326F-8825-FBC3-FA49-AB09B22374F3}"/>
          </ac:spMkLst>
        </pc:spChg>
        <pc:spChg chg="add del mod">
          <ac:chgData name="Leila Iñigo de la Cruz" userId="fae4ed0d-52e1-4e8b-ac73-77e0b7235c9a" providerId="ADAL" clId="{1E9E03C1-E5D4-4BEC-8EBD-C4DD5262B379}" dt="2026-05-11T12:51:52.854" v="4903" actId="478"/>
          <ac:spMkLst>
            <pc:docMk/>
            <pc:sldMk cId="1672659269" sldId="353"/>
            <ac:spMk id="13" creationId="{F70C93C7-C158-AD8B-50A3-A09775A98D35}"/>
          </ac:spMkLst>
        </pc:spChg>
        <pc:spChg chg="add mod">
          <ac:chgData name="Leila Iñigo de la Cruz" userId="fae4ed0d-52e1-4e8b-ac73-77e0b7235c9a" providerId="ADAL" clId="{1E9E03C1-E5D4-4BEC-8EBD-C4DD5262B379}" dt="2026-05-11T14:36:36.511" v="5017" actId="1076"/>
          <ac:spMkLst>
            <pc:docMk/>
            <pc:sldMk cId="1672659269" sldId="353"/>
            <ac:spMk id="14" creationId="{ED8AD0E8-DB18-BBA1-21BC-3151FCA41A23}"/>
          </ac:spMkLst>
        </pc:spChg>
        <pc:spChg chg="add del mod">
          <ac:chgData name="Leila Iñigo de la Cruz" userId="fae4ed0d-52e1-4e8b-ac73-77e0b7235c9a" providerId="ADAL" clId="{1E9E03C1-E5D4-4BEC-8EBD-C4DD5262B379}" dt="2026-05-11T12:53:51.695" v="5006" actId="478"/>
          <ac:spMkLst>
            <pc:docMk/>
            <pc:sldMk cId="1672659269" sldId="353"/>
            <ac:spMk id="16" creationId="{B041B303-A2F4-7B3B-8A92-85539844E931}"/>
          </ac:spMkLst>
        </pc:spChg>
        <pc:spChg chg="add del mod">
          <ac:chgData name="Leila Iñigo de la Cruz" userId="fae4ed0d-52e1-4e8b-ac73-77e0b7235c9a" providerId="ADAL" clId="{1E9E03C1-E5D4-4BEC-8EBD-C4DD5262B379}" dt="2026-05-11T12:53:54.775" v="5008" actId="478"/>
          <ac:spMkLst>
            <pc:docMk/>
            <pc:sldMk cId="1672659269" sldId="353"/>
            <ac:spMk id="18" creationId="{3D5993B0-4B99-9440-B0D9-0D7931A6A811}"/>
          </ac:spMkLst>
        </pc:spChg>
        <pc:spChg chg="add del mod">
          <ac:chgData name="Leila Iñigo de la Cruz" userId="fae4ed0d-52e1-4e8b-ac73-77e0b7235c9a" providerId="ADAL" clId="{1E9E03C1-E5D4-4BEC-8EBD-C4DD5262B379}" dt="2026-05-11T14:38:14.415" v="5192" actId="478"/>
          <ac:spMkLst>
            <pc:docMk/>
            <pc:sldMk cId="1672659269" sldId="353"/>
            <ac:spMk id="19" creationId="{223B9CEA-9F22-3C8D-6D26-E00492791152}"/>
          </ac:spMkLst>
        </pc:spChg>
        <pc:spChg chg="del">
          <ac:chgData name="Leila Iñigo de la Cruz" userId="fae4ed0d-52e1-4e8b-ac73-77e0b7235c9a" providerId="ADAL" clId="{1E9E03C1-E5D4-4BEC-8EBD-C4DD5262B379}" dt="2026-05-11T12:51:48.169" v="4900" actId="478"/>
          <ac:spMkLst>
            <pc:docMk/>
            <pc:sldMk cId="1672659269" sldId="353"/>
            <ac:spMk id="1275" creationId="{2FDBF1F7-3028-B772-B587-2740B5E45DC0}"/>
          </ac:spMkLst>
        </pc:spChg>
        <pc:spChg chg="del">
          <ac:chgData name="Leila Iñigo de la Cruz" userId="fae4ed0d-52e1-4e8b-ac73-77e0b7235c9a" providerId="ADAL" clId="{1E9E03C1-E5D4-4BEC-8EBD-C4DD5262B379}" dt="2026-05-11T12:51:44.730" v="4898" actId="478"/>
          <ac:spMkLst>
            <pc:docMk/>
            <pc:sldMk cId="1672659269" sldId="353"/>
            <ac:spMk id="1276" creationId="{DF73FC03-2FA0-0D32-3026-D9A67CFE1DA2}"/>
          </ac:spMkLst>
        </pc:spChg>
        <pc:spChg chg="del">
          <ac:chgData name="Leila Iñigo de la Cruz" userId="fae4ed0d-52e1-4e8b-ac73-77e0b7235c9a" providerId="ADAL" clId="{1E9E03C1-E5D4-4BEC-8EBD-C4DD5262B379}" dt="2026-05-11T12:51:51.538" v="4902" actId="478"/>
          <ac:spMkLst>
            <pc:docMk/>
            <pc:sldMk cId="1672659269" sldId="353"/>
            <ac:spMk id="1277" creationId="{FB459308-5A1F-F46A-E942-F975BFFE62CD}"/>
          </ac:spMkLst>
        </pc:spChg>
        <pc:spChg chg="del">
          <ac:chgData name="Leila Iñigo de la Cruz" userId="fae4ed0d-52e1-4e8b-ac73-77e0b7235c9a" providerId="ADAL" clId="{1E9E03C1-E5D4-4BEC-8EBD-C4DD5262B379}" dt="2026-05-11T12:53:53.498" v="5007" actId="478"/>
          <ac:spMkLst>
            <pc:docMk/>
            <pc:sldMk cId="1672659269" sldId="353"/>
            <ac:spMk id="1278" creationId="{4AFD30E9-1B48-AFAE-24B0-4D3279FE3268}"/>
          </ac:spMkLst>
        </pc:spChg>
        <pc:spChg chg="del">
          <ac:chgData name="Leila Iñigo de la Cruz" userId="fae4ed0d-52e1-4e8b-ac73-77e0b7235c9a" providerId="ADAL" clId="{1E9E03C1-E5D4-4BEC-8EBD-C4DD5262B379}" dt="2026-05-11T12:53:49.566" v="5005" actId="478"/>
          <ac:spMkLst>
            <pc:docMk/>
            <pc:sldMk cId="1672659269" sldId="353"/>
            <ac:spMk id="1279" creationId="{2E7E104F-C50B-6403-5F7D-B0CCAFF4133C}"/>
          </ac:spMkLst>
        </pc:spChg>
        <pc:spChg chg="del">
          <ac:chgData name="Leila Iñigo de la Cruz" userId="fae4ed0d-52e1-4e8b-ac73-77e0b7235c9a" providerId="ADAL" clId="{1E9E03C1-E5D4-4BEC-8EBD-C4DD5262B379}" dt="2026-05-11T12:51:31.981" v="4895" actId="478"/>
          <ac:spMkLst>
            <pc:docMk/>
            <pc:sldMk cId="1672659269" sldId="353"/>
            <ac:spMk id="1280" creationId="{D3107124-0A9D-8425-F81C-B0809AE6DA92}"/>
          </ac:spMkLst>
        </pc:spChg>
        <pc:spChg chg="mod">
          <ac:chgData name="Leila Iñigo de la Cruz" userId="fae4ed0d-52e1-4e8b-ac73-77e0b7235c9a" providerId="ADAL" clId="{1E9E03C1-E5D4-4BEC-8EBD-C4DD5262B379}" dt="2026-05-11T12:51:38.671" v="4897" actId="1076"/>
          <ac:spMkLst>
            <pc:docMk/>
            <pc:sldMk cId="1672659269" sldId="353"/>
            <ac:spMk id="1282" creationId="{D20BA160-56F4-95E6-B599-45997785DA23}"/>
          </ac:spMkLst>
        </pc:spChg>
        <pc:picChg chg="add mod ord">
          <ac:chgData name="Leila Iñigo de la Cruz" userId="fae4ed0d-52e1-4e8b-ac73-77e0b7235c9a" providerId="ADAL" clId="{1E9E03C1-E5D4-4BEC-8EBD-C4DD5262B379}" dt="2026-05-11T12:51:20.439" v="4883"/>
          <ac:picMkLst>
            <pc:docMk/>
            <pc:sldMk cId="1672659269" sldId="353"/>
            <ac:picMk id="5" creationId="{85CDE70E-C06F-937E-86BC-4E9C47213A06}"/>
          </ac:picMkLst>
        </pc:picChg>
        <pc:picChg chg="del">
          <ac:chgData name="Leila Iñigo de la Cruz" userId="fae4ed0d-52e1-4e8b-ac73-77e0b7235c9a" providerId="ADAL" clId="{1E9E03C1-E5D4-4BEC-8EBD-C4DD5262B379}" dt="2026-05-11T12:51:12.234" v="4881" actId="478"/>
          <ac:picMkLst>
            <pc:docMk/>
            <pc:sldMk cId="1672659269" sldId="353"/>
            <ac:picMk id="1274" creationId="{52219DB7-7CC7-0A82-81E3-7D6B8904F62E}"/>
          </ac:picMkLst>
        </pc:picChg>
      </pc:sldChg>
      <pc:sldChg chg="add">
        <pc:chgData name="Leila Iñigo de la Cruz" userId="fae4ed0d-52e1-4e8b-ac73-77e0b7235c9a" providerId="ADAL" clId="{1E9E03C1-E5D4-4BEC-8EBD-C4DD5262B379}" dt="2026-05-11T14:40:38.698" v="5238" actId="2890"/>
        <pc:sldMkLst>
          <pc:docMk/>
          <pc:sldMk cId="3433430743" sldId="354"/>
        </pc:sldMkLst>
      </pc:sldChg>
      <pc:sldChg chg="addSp modSp add mod">
        <pc:chgData name="Leila Iñigo de la Cruz" userId="fae4ed0d-52e1-4e8b-ac73-77e0b7235c9a" providerId="ADAL" clId="{1E9E03C1-E5D4-4BEC-8EBD-C4DD5262B379}" dt="2026-05-12T09:55:52.752" v="5992" actId="1038"/>
        <pc:sldMkLst>
          <pc:docMk/>
          <pc:sldMk cId="2260829979" sldId="355"/>
        </pc:sldMkLst>
        <pc:spChg chg="mod">
          <ac:chgData name="Leila Iñigo de la Cruz" userId="fae4ed0d-52e1-4e8b-ac73-77e0b7235c9a" providerId="ADAL" clId="{1E9E03C1-E5D4-4BEC-8EBD-C4DD5262B379}" dt="2026-05-12T09:55:52.752" v="5992" actId="1038"/>
          <ac:spMkLst>
            <pc:docMk/>
            <pc:sldMk cId="2260829979" sldId="355"/>
            <ac:spMk id="2" creationId="{11FEAAB5-85A5-1C91-7AB9-D5679390F59D}"/>
          </ac:spMkLst>
        </pc:spChg>
        <pc:spChg chg="add mod">
          <ac:chgData name="Leila Iñigo de la Cruz" userId="fae4ed0d-52e1-4e8b-ac73-77e0b7235c9a" providerId="ADAL" clId="{1E9E03C1-E5D4-4BEC-8EBD-C4DD5262B379}" dt="2026-05-12T09:55:52.752" v="5992" actId="1038"/>
          <ac:spMkLst>
            <pc:docMk/>
            <pc:sldMk cId="2260829979" sldId="355"/>
            <ac:spMk id="3" creationId="{8F2472BA-BBD9-4A19-A177-0D6000842BC6}"/>
          </ac:spMkLst>
        </pc:spChg>
        <pc:spChg chg="mod">
          <ac:chgData name="Leila Iñigo de la Cruz" userId="fae4ed0d-52e1-4e8b-ac73-77e0b7235c9a" providerId="ADAL" clId="{1E9E03C1-E5D4-4BEC-8EBD-C4DD5262B379}" dt="2026-05-12T09:55:52.752" v="5992" actId="1038"/>
          <ac:spMkLst>
            <pc:docMk/>
            <pc:sldMk cId="2260829979" sldId="355"/>
            <ac:spMk id="12" creationId="{C3664117-B780-DB51-D06C-8CEA3F77E62C}"/>
          </ac:spMkLst>
        </pc:spChg>
      </pc:sldChg>
      <pc:sldChg chg="addSp delSp modSp add mod ord">
        <pc:chgData name="Leila Iñigo de la Cruz" userId="fae4ed0d-52e1-4e8b-ac73-77e0b7235c9a" providerId="ADAL" clId="{1E9E03C1-E5D4-4BEC-8EBD-C4DD5262B379}" dt="2026-05-12T09:59:16.138" v="6027" actId="1076"/>
        <pc:sldMkLst>
          <pc:docMk/>
          <pc:sldMk cId="3431265474" sldId="356"/>
        </pc:sldMkLst>
        <pc:spChg chg="del">
          <ac:chgData name="Leila Iñigo de la Cruz" userId="fae4ed0d-52e1-4e8b-ac73-77e0b7235c9a" providerId="ADAL" clId="{1E9E03C1-E5D4-4BEC-8EBD-C4DD5262B379}" dt="2026-05-12T09:56:15.552" v="5997" actId="478"/>
          <ac:spMkLst>
            <pc:docMk/>
            <pc:sldMk cId="3431265474" sldId="356"/>
            <ac:spMk id="2" creationId="{CA5363E0-BDB9-08BD-818F-BEF34CFC0B04}"/>
          </ac:spMkLst>
        </pc:spChg>
        <pc:spChg chg="del">
          <ac:chgData name="Leila Iñigo de la Cruz" userId="fae4ed0d-52e1-4e8b-ac73-77e0b7235c9a" providerId="ADAL" clId="{1E9E03C1-E5D4-4BEC-8EBD-C4DD5262B379}" dt="2026-05-12T09:56:14.335" v="5996" actId="478"/>
          <ac:spMkLst>
            <pc:docMk/>
            <pc:sldMk cId="3431265474" sldId="356"/>
            <ac:spMk id="9" creationId="{438083A1-FCC5-9456-4B9D-F1E5DDDB17BF}"/>
          </ac:spMkLst>
        </pc:spChg>
        <pc:spChg chg="del">
          <ac:chgData name="Leila Iñigo de la Cruz" userId="fae4ed0d-52e1-4e8b-ac73-77e0b7235c9a" providerId="ADAL" clId="{1E9E03C1-E5D4-4BEC-8EBD-C4DD5262B379}" dt="2026-05-12T09:56:16.538" v="5998" actId="478"/>
          <ac:spMkLst>
            <pc:docMk/>
            <pc:sldMk cId="3431265474" sldId="356"/>
            <ac:spMk id="11" creationId="{34D4C988-8E0F-0D88-BDCD-444C1572944A}"/>
          </ac:spMkLst>
        </pc:spChg>
        <pc:spChg chg="del">
          <ac:chgData name="Leila Iñigo de la Cruz" userId="fae4ed0d-52e1-4e8b-ac73-77e0b7235c9a" providerId="ADAL" clId="{1E9E03C1-E5D4-4BEC-8EBD-C4DD5262B379}" dt="2026-05-12T09:56:17.853" v="5999" actId="478"/>
          <ac:spMkLst>
            <pc:docMk/>
            <pc:sldMk cId="3431265474" sldId="356"/>
            <ac:spMk id="12" creationId="{87EC2E84-1BF2-0C6F-6A1F-6C3971F978B5}"/>
          </ac:spMkLst>
        </pc:spChg>
        <pc:spChg chg="add mod">
          <ac:chgData name="Leila Iñigo de la Cruz" userId="fae4ed0d-52e1-4e8b-ac73-77e0b7235c9a" providerId="ADAL" clId="{1E9E03C1-E5D4-4BEC-8EBD-C4DD5262B379}" dt="2026-05-12T09:59:16.138" v="6027" actId="1076"/>
          <ac:spMkLst>
            <pc:docMk/>
            <pc:sldMk cId="3431265474" sldId="356"/>
            <ac:spMk id="13" creationId="{930D7B36-A100-8035-9352-D613E11641C7}"/>
          </ac:spMkLst>
        </pc:spChg>
        <pc:grpChg chg="del">
          <ac:chgData name="Leila Iñigo de la Cruz" userId="fae4ed0d-52e1-4e8b-ac73-77e0b7235c9a" providerId="ADAL" clId="{1E9E03C1-E5D4-4BEC-8EBD-C4DD5262B379}" dt="2026-05-12T09:57:53.274" v="6000" actId="478"/>
          <ac:grpSpMkLst>
            <pc:docMk/>
            <pc:sldMk cId="3431265474" sldId="356"/>
            <ac:grpSpMk id="10" creationId="{4FB24D11-B69C-1645-FFDA-9B9F54FDB711}"/>
          </ac:grpSpMkLst>
        </pc:grpChg>
        <pc:picChg chg="add mod">
          <ac:chgData name="Leila Iñigo de la Cruz" userId="fae4ed0d-52e1-4e8b-ac73-77e0b7235c9a" providerId="ADAL" clId="{1E9E03C1-E5D4-4BEC-8EBD-C4DD5262B379}" dt="2026-05-12T09:58:49.268" v="6002" actId="1076"/>
          <ac:picMkLst>
            <pc:docMk/>
            <pc:sldMk cId="3431265474" sldId="356"/>
            <ac:picMk id="8" creationId="{DB6C64FC-846C-9FD6-553E-84414585958D}"/>
          </ac:picMkLst>
        </pc:picChg>
      </pc:sldChg>
      <pc:sldChg chg="addSp delSp modSp add del mod modAnim">
        <pc:chgData name="Leila Iñigo de la Cruz" userId="fae4ed0d-52e1-4e8b-ac73-77e0b7235c9a" providerId="ADAL" clId="{1E9E03C1-E5D4-4BEC-8EBD-C4DD5262B379}" dt="2026-05-12T11:49:47.374" v="6114" actId="47"/>
        <pc:sldMkLst>
          <pc:docMk/>
          <pc:sldMk cId="4246416385" sldId="357"/>
        </pc:sldMkLst>
        <pc:spChg chg="add mod">
          <ac:chgData name="Leila Iñigo de la Cruz" userId="fae4ed0d-52e1-4e8b-ac73-77e0b7235c9a" providerId="ADAL" clId="{1E9E03C1-E5D4-4BEC-8EBD-C4DD5262B379}" dt="2026-05-12T10:08:10.235" v="6040" actId="207"/>
          <ac:spMkLst>
            <pc:docMk/>
            <pc:sldMk cId="4246416385" sldId="357"/>
            <ac:spMk id="5" creationId="{E694E503-EA82-6F2F-0F39-1A2335E7D168}"/>
          </ac:spMkLst>
        </pc:spChg>
        <pc:spChg chg="del">
          <ac:chgData name="Leila Iñigo de la Cruz" userId="fae4ed0d-52e1-4e8b-ac73-77e0b7235c9a" providerId="ADAL" clId="{1E9E03C1-E5D4-4BEC-8EBD-C4DD5262B379}" dt="2026-05-12T10:07:23.033" v="6032" actId="478"/>
          <ac:spMkLst>
            <pc:docMk/>
            <pc:sldMk cId="4246416385" sldId="357"/>
            <ac:spMk id="13" creationId="{4533197F-41D0-DCAF-756D-1D3F438A1483}"/>
          </ac:spMkLst>
        </pc:spChg>
        <pc:picChg chg="add mod modCrop">
          <ac:chgData name="Leila Iñigo de la Cruz" userId="fae4ed0d-52e1-4e8b-ac73-77e0b7235c9a" providerId="ADAL" clId="{1E9E03C1-E5D4-4BEC-8EBD-C4DD5262B379}" dt="2026-05-12T10:08:14.007" v="6041" actId="1076"/>
          <ac:picMkLst>
            <pc:docMk/>
            <pc:sldMk cId="4246416385" sldId="357"/>
            <ac:picMk id="3" creationId="{B801BA67-763D-349E-1764-BDF6CE2876D5}"/>
          </ac:picMkLst>
        </pc:picChg>
        <pc:picChg chg="add del mod">
          <ac:chgData name="Leila Iñigo de la Cruz" userId="fae4ed0d-52e1-4e8b-ac73-77e0b7235c9a" providerId="ADAL" clId="{1E9E03C1-E5D4-4BEC-8EBD-C4DD5262B379}" dt="2026-05-12T10:08:49.482" v="6047" actId="478"/>
          <ac:picMkLst>
            <pc:docMk/>
            <pc:sldMk cId="4246416385" sldId="357"/>
            <ac:picMk id="7" creationId="{7C049ECA-D814-C7C8-ECA4-0142750B76EA}"/>
          </ac:picMkLst>
        </pc:picChg>
        <pc:picChg chg="del">
          <ac:chgData name="Leila Iñigo de la Cruz" userId="fae4ed0d-52e1-4e8b-ac73-77e0b7235c9a" providerId="ADAL" clId="{1E9E03C1-E5D4-4BEC-8EBD-C4DD5262B379}" dt="2026-05-12T10:07:06.817" v="6029" actId="478"/>
          <ac:picMkLst>
            <pc:docMk/>
            <pc:sldMk cId="4246416385" sldId="357"/>
            <ac:picMk id="8" creationId="{A1948FD0-A8F1-CB40-733D-044DB102A2D0}"/>
          </ac:picMkLst>
        </pc:picChg>
      </pc:sldChg>
      <pc:sldChg chg="addSp modSp add mod modAnim">
        <pc:chgData name="Leila Iñigo de la Cruz" userId="fae4ed0d-52e1-4e8b-ac73-77e0b7235c9a" providerId="ADAL" clId="{1E9E03C1-E5D4-4BEC-8EBD-C4DD5262B379}" dt="2026-05-12T10:11:12.282" v="6074" actId="1076"/>
        <pc:sldMkLst>
          <pc:docMk/>
          <pc:sldMk cId="3818745484" sldId="358"/>
        </pc:sldMkLst>
        <pc:spChg chg="add mod">
          <ac:chgData name="Leila Iñigo de la Cruz" userId="fae4ed0d-52e1-4e8b-ac73-77e0b7235c9a" providerId="ADAL" clId="{1E9E03C1-E5D4-4BEC-8EBD-C4DD5262B379}" dt="2026-05-12T10:11:12.282" v="6074" actId="1076"/>
          <ac:spMkLst>
            <pc:docMk/>
            <pc:sldMk cId="3818745484" sldId="358"/>
            <ac:spMk id="2" creationId="{7B639A83-1AD1-F610-4B1D-50C241244C35}"/>
          </ac:spMkLst>
        </pc:spChg>
        <pc:picChg chg="mod">
          <ac:chgData name="Leila Iñigo de la Cruz" userId="fae4ed0d-52e1-4e8b-ac73-77e0b7235c9a" providerId="ADAL" clId="{1E9E03C1-E5D4-4BEC-8EBD-C4DD5262B379}" dt="2026-05-12T10:11:07.536" v="6073" actId="1076"/>
          <ac:picMkLst>
            <pc:docMk/>
            <pc:sldMk cId="3818745484" sldId="358"/>
            <ac:picMk id="3" creationId="{FAD50A35-400B-8CDC-8834-A658F333BE67}"/>
          </ac:picMkLst>
        </pc:picChg>
      </pc:sldChg>
      <pc:sldChg chg="delSp modSp add mod">
        <pc:chgData name="Leila Iñigo de la Cruz" userId="fae4ed0d-52e1-4e8b-ac73-77e0b7235c9a" providerId="ADAL" clId="{1E9E03C1-E5D4-4BEC-8EBD-C4DD5262B379}" dt="2026-05-12T11:36:13.079" v="6106" actId="1076"/>
        <pc:sldMkLst>
          <pc:docMk/>
          <pc:sldMk cId="2806731243" sldId="359"/>
        </pc:sldMkLst>
        <pc:spChg chg="del">
          <ac:chgData name="Leila Iñigo de la Cruz" userId="fae4ed0d-52e1-4e8b-ac73-77e0b7235c9a" providerId="ADAL" clId="{1E9E03C1-E5D4-4BEC-8EBD-C4DD5262B379}" dt="2026-05-12T11:36:06.385" v="6102" actId="478"/>
          <ac:spMkLst>
            <pc:docMk/>
            <pc:sldMk cId="2806731243" sldId="359"/>
            <ac:spMk id="6" creationId="{DA2DA7F8-FFEA-5452-B76D-DF5560F56E00}"/>
          </ac:spMkLst>
        </pc:spChg>
        <pc:spChg chg="del">
          <ac:chgData name="Leila Iñigo de la Cruz" userId="fae4ed0d-52e1-4e8b-ac73-77e0b7235c9a" providerId="ADAL" clId="{1E9E03C1-E5D4-4BEC-8EBD-C4DD5262B379}" dt="2026-05-12T11:36:07.729" v="6103" actId="478"/>
          <ac:spMkLst>
            <pc:docMk/>
            <pc:sldMk cId="2806731243" sldId="359"/>
            <ac:spMk id="7" creationId="{DE751795-9D21-8661-C662-73C4D57F93DB}"/>
          </ac:spMkLst>
        </pc:spChg>
        <pc:spChg chg="del">
          <ac:chgData name="Leila Iñigo de la Cruz" userId="fae4ed0d-52e1-4e8b-ac73-77e0b7235c9a" providerId="ADAL" clId="{1E9E03C1-E5D4-4BEC-8EBD-C4DD5262B379}" dt="2026-05-12T11:36:08.563" v="6104" actId="478"/>
          <ac:spMkLst>
            <pc:docMk/>
            <pc:sldMk cId="2806731243" sldId="359"/>
            <ac:spMk id="9" creationId="{3B127BE2-61A2-D8E0-6183-425543ADE81E}"/>
          </ac:spMkLst>
        </pc:spChg>
        <pc:spChg chg="del">
          <ac:chgData name="Leila Iñigo de la Cruz" userId="fae4ed0d-52e1-4e8b-ac73-77e0b7235c9a" providerId="ADAL" clId="{1E9E03C1-E5D4-4BEC-8EBD-C4DD5262B379}" dt="2026-05-12T11:36:09.289" v="6105" actId="478"/>
          <ac:spMkLst>
            <pc:docMk/>
            <pc:sldMk cId="2806731243" sldId="359"/>
            <ac:spMk id="15" creationId="{A40BACBC-1723-DFF4-DE37-81DCF17AD236}"/>
          </ac:spMkLst>
        </pc:spChg>
        <pc:picChg chg="mod">
          <ac:chgData name="Leila Iñigo de la Cruz" userId="fae4ed0d-52e1-4e8b-ac73-77e0b7235c9a" providerId="ADAL" clId="{1E9E03C1-E5D4-4BEC-8EBD-C4DD5262B379}" dt="2026-05-12T11:35:54.001" v="6098" actId="1440"/>
          <ac:picMkLst>
            <pc:docMk/>
            <pc:sldMk cId="2806731243" sldId="359"/>
            <ac:picMk id="3" creationId="{98E6DED1-9CD0-1235-135F-2FF6C7AEB11B}"/>
          </ac:picMkLst>
        </pc:picChg>
        <pc:picChg chg="mod">
          <ac:chgData name="Leila Iñigo de la Cruz" userId="fae4ed0d-52e1-4e8b-ac73-77e0b7235c9a" providerId="ADAL" clId="{1E9E03C1-E5D4-4BEC-8EBD-C4DD5262B379}" dt="2026-05-12T11:36:13.079" v="6106" actId="1076"/>
          <ac:picMkLst>
            <pc:docMk/>
            <pc:sldMk cId="2806731243" sldId="359"/>
            <ac:picMk id="12" creationId="{A8260BE9-C095-7AE8-E292-3B1F72E6054E}"/>
          </ac:picMkLst>
        </pc:picChg>
      </pc:sldChg>
      <pc:sldChg chg="add ord">
        <pc:chgData name="Leila Iñigo de la Cruz" userId="fae4ed0d-52e1-4e8b-ac73-77e0b7235c9a" providerId="ADAL" clId="{1E9E03C1-E5D4-4BEC-8EBD-C4DD5262B379}" dt="2026-05-12T11:35:29.617" v="6090"/>
        <pc:sldMkLst>
          <pc:docMk/>
          <pc:sldMk cId="2937695027" sldId="360"/>
        </pc:sldMkLst>
      </pc:sldChg>
      <pc:sldChg chg="addSp delSp modSp add mod">
        <pc:chgData name="Leila Iñigo de la Cruz" userId="fae4ed0d-52e1-4e8b-ac73-77e0b7235c9a" providerId="ADAL" clId="{1E9E03C1-E5D4-4BEC-8EBD-C4DD5262B379}" dt="2026-05-12T11:52:56.269" v="6195" actId="478"/>
        <pc:sldMkLst>
          <pc:docMk/>
          <pc:sldMk cId="1526495967" sldId="361"/>
        </pc:sldMkLst>
        <pc:spChg chg="add del mod">
          <ac:chgData name="Leila Iñigo de la Cruz" userId="fae4ed0d-52e1-4e8b-ac73-77e0b7235c9a" providerId="ADAL" clId="{1E9E03C1-E5D4-4BEC-8EBD-C4DD5262B379}" dt="2026-05-12T11:52:35.587" v="6192" actId="21"/>
          <ac:spMkLst>
            <pc:docMk/>
            <pc:sldMk cId="1526495967" sldId="361"/>
            <ac:spMk id="7" creationId="{23A20D42-9E0E-6122-82C3-78A9A6989C39}"/>
          </ac:spMkLst>
        </pc:spChg>
        <pc:spChg chg="add del mod">
          <ac:chgData name="Leila Iñigo de la Cruz" userId="fae4ed0d-52e1-4e8b-ac73-77e0b7235c9a" providerId="ADAL" clId="{1E9E03C1-E5D4-4BEC-8EBD-C4DD5262B379}" dt="2026-05-12T11:52:56.269" v="6195" actId="478"/>
          <ac:spMkLst>
            <pc:docMk/>
            <pc:sldMk cId="1526495967" sldId="361"/>
            <ac:spMk id="8" creationId="{23A20D42-9E0E-6122-82C3-78A9A6989C39}"/>
          </ac:spMkLst>
        </pc:spChg>
        <pc:grpChg chg="add mod">
          <ac:chgData name="Leila Iñigo de la Cruz" userId="fae4ed0d-52e1-4e8b-ac73-77e0b7235c9a" providerId="ADAL" clId="{1E9E03C1-E5D4-4BEC-8EBD-C4DD5262B379}" dt="2026-05-12T11:52:18.445" v="6189" actId="164"/>
          <ac:grpSpMkLst>
            <pc:docMk/>
            <pc:sldMk cId="1526495967" sldId="361"/>
            <ac:grpSpMk id="6" creationId="{1C3C71D8-5E9C-61F0-5671-0809FD1FA212}"/>
          </ac:grpSpMkLst>
        </pc:grpChg>
        <pc:picChg chg="mod">
          <ac:chgData name="Leila Iñigo de la Cruz" userId="fae4ed0d-52e1-4e8b-ac73-77e0b7235c9a" providerId="ADAL" clId="{1E9E03C1-E5D4-4BEC-8EBD-C4DD5262B379}" dt="2026-05-12T11:52:18.445" v="6189" actId="164"/>
          <ac:picMkLst>
            <pc:docMk/>
            <pc:sldMk cId="1526495967" sldId="361"/>
            <ac:picMk id="3" creationId="{C4A0D481-7E48-A246-BCD9-02D93059E2B2}"/>
          </ac:picMkLst>
        </pc:picChg>
        <pc:picChg chg="add mod modCrop">
          <ac:chgData name="Leila Iñigo de la Cruz" userId="fae4ed0d-52e1-4e8b-ac73-77e0b7235c9a" providerId="ADAL" clId="{1E9E03C1-E5D4-4BEC-8EBD-C4DD5262B379}" dt="2026-05-12T11:52:18.445" v="6189" actId="164"/>
          <ac:picMkLst>
            <pc:docMk/>
            <pc:sldMk cId="1526495967" sldId="361"/>
            <ac:picMk id="4" creationId="{A17904F0-3572-3564-7EA2-6FD9049A782E}"/>
          </ac:picMkLst>
        </pc:picChg>
      </pc:sldChg>
      <pc:sldChg chg="addSp delSp add mod modNotesTx">
        <pc:chgData name="Leila Iñigo de la Cruz" userId="fae4ed0d-52e1-4e8b-ac73-77e0b7235c9a" providerId="ADAL" clId="{1E9E03C1-E5D4-4BEC-8EBD-C4DD5262B379}" dt="2026-05-12T11:50:13.485" v="6169" actId="20577"/>
        <pc:sldMkLst>
          <pc:docMk/>
          <pc:sldMk cId="160233647" sldId="362"/>
        </pc:sldMkLst>
        <pc:picChg chg="add">
          <ac:chgData name="Leila Iñigo de la Cruz" userId="fae4ed0d-52e1-4e8b-ac73-77e0b7235c9a" providerId="ADAL" clId="{1E9E03C1-E5D4-4BEC-8EBD-C4DD5262B379}" dt="2026-05-12T11:49:56.337" v="6117" actId="22"/>
          <ac:picMkLst>
            <pc:docMk/>
            <pc:sldMk cId="160233647" sldId="362"/>
            <ac:picMk id="3" creationId="{6860640C-5CA3-9C1C-6EE4-5022E851D314}"/>
          </ac:picMkLst>
        </pc:picChg>
        <pc:picChg chg="del">
          <ac:chgData name="Leila Iñigo de la Cruz" userId="fae4ed0d-52e1-4e8b-ac73-77e0b7235c9a" providerId="ADAL" clId="{1E9E03C1-E5D4-4BEC-8EBD-C4DD5262B379}" dt="2026-05-12T11:49:55.830" v="6116" actId="478"/>
          <ac:picMkLst>
            <pc:docMk/>
            <pc:sldMk cId="160233647" sldId="362"/>
            <ac:picMk id="8" creationId="{FCBE2A44-DEF8-1A42-C153-9B19E9B55F0A}"/>
          </ac:picMkLst>
        </pc:picChg>
      </pc:sldChg>
      <pc:sldChg chg="addSp modSp add mod">
        <pc:chgData name="Leila Iñigo de la Cruz" userId="fae4ed0d-52e1-4e8b-ac73-77e0b7235c9a" providerId="ADAL" clId="{1E9E03C1-E5D4-4BEC-8EBD-C4DD5262B379}" dt="2026-05-12T11:51:06.465" v="6178" actId="1582"/>
        <pc:sldMkLst>
          <pc:docMk/>
          <pc:sldMk cId="1686445631" sldId="363"/>
        </pc:sldMkLst>
        <pc:spChg chg="add mod ord">
          <ac:chgData name="Leila Iñigo de la Cruz" userId="fae4ed0d-52e1-4e8b-ac73-77e0b7235c9a" providerId="ADAL" clId="{1E9E03C1-E5D4-4BEC-8EBD-C4DD5262B379}" dt="2026-05-12T11:51:06.465" v="6178" actId="1582"/>
          <ac:spMkLst>
            <pc:docMk/>
            <pc:sldMk cId="1686445631" sldId="363"/>
            <ac:spMk id="2" creationId="{B386AEFC-D8C2-C848-11DC-DD062E4F0312}"/>
          </ac:spMkLst>
        </pc:spChg>
      </pc:sldChg>
      <pc:sldChg chg="addSp modSp add mod">
        <pc:chgData name="Leila Iñigo de la Cruz" userId="fae4ed0d-52e1-4e8b-ac73-77e0b7235c9a" providerId="ADAL" clId="{1E9E03C1-E5D4-4BEC-8EBD-C4DD5262B379}" dt="2026-05-12T11:53:29.385" v="6204" actId="17032"/>
        <pc:sldMkLst>
          <pc:docMk/>
          <pc:sldMk cId="443420325" sldId="364"/>
        </pc:sldMkLst>
        <pc:spChg chg="add mod">
          <ac:chgData name="Leila Iñigo de la Cruz" userId="fae4ed0d-52e1-4e8b-ac73-77e0b7235c9a" providerId="ADAL" clId="{1E9E03C1-E5D4-4BEC-8EBD-C4DD5262B379}" dt="2026-05-12T11:53:24.465" v="6203" actId="17032"/>
          <ac:spMkLst>
            <pc:docMk/>
            <pc:sldMk cId="443420325" sldId="364"/>
            <ac:spMk id="2" creationId="{5CE10A55-5D33-20CB-24C6-3B6CD8B391B0}"/>
          </ac:spMkLst>
        </pc:spChg>
        <pc:spChg chg="mod">
          <ac:chgData name="Leila Iñigo de la Cruz" userId="fae4ed0d-52e1-4e8b-ac73-77e0b7235c9a" providerId="ADAL" clId="{1E9E03C1-E5D4-4BEC-8EBD-C4DD5262B379}" dt="2026-05-12T11:53:29.385" v="6204" actId="17032"/>
          <ac:spMkLst>
            <pc:docMk/>
            <pc:sldMk cId="443420325" sldId="364"/>
            <ac:spMk id="8" creationId="{64FB16B8-D116-A6A1-2D47-043211DB8720}"/>
          </ac:spMkLst>
        </pc:spChg>
        <pc:grpChg chg="mod">
          <ac:chgData name="Leila Iñigo de la Cruz" userId="fae4ed0d-52e1-4e8b-ac73-77e0b7235c9a" providerId="ADAL" clId="{1E9E03C1-E5D4-4BEC-8EBD-C4DD5262B379}" dt="2026-05-12T11:53:04.975" v="6198" actId="1076"/>
          <ac:grpSpMkLst>
            <pc:docMk/>
            <pc:sldMk cId="443420325" sldId="364"/>
            <ac:grpSpMk id="6" creationId="{6FAD8BDA-BF3C-2E2E-F1C6-16074B96FDB2}"/>
          </ac:grpSpMkLst>
        </pc:grpChg>
      </pc:sldChg>
      <pc:sldChg chg="add">
        <pc:chgData name="Leila Iñigo de la Cruz" userId="fae4ed0d-52e1-4e8b-ac73-77e0b7235c9a" providerId="ADAL" clId="{1E9E03C1-E5D4-4BEC-8EBD-C4DD5262B379}" dt="2026-05-12T11:54:53.161" v="6219" actId="2890"/>
        <pc:sldMkLst>
          <pc:docMk/>
          <pc:sldMk cId="1298557086" sldId="365"/>
        </pc:sldMkLst>
      </pc:sldChg>
      <pc:sldChg chg="addSp delSp modSp add del mod">
        <pc:chgData name="Leila Iñigo de la Cruz" userId="fae4ed0d-52e1-4e8b-ac73-77e0b7235c9a" providerId="ADAL" clId="{1E9E03C1-E5D4-4BEC-8EBD-C4DD5262B379}" dt="2026-05-12T11:54:39.836" v="6218" actId="47"/>
        <pc:sldMkLst>
          <pc:docMk/>
          <pc:sldMk cId="2417689436" sldId="365"/>
        </pc:sldMkLst>
        <pc:spChg chg="add mod">
          <ac:chgData name="Leila Iñigo de la Cruz" userId="fae4ed0d-52e1-4e8b-ac73-77e0b7235c9a" providerId="ADAL" clId="{1E9E03C1-E5D4-4BEC-8EBD-C4DD5262B379}" dt="2026-05-12T11:54:33.758" v="6217" actId="20577"/>
          <ac:spMkLst>
            <pc:docMk/>
            <pc:sldMk cId="2417689436" sldId="365"/>
            <ac:spMk id="4" creationId="{48B612A2-354A-CA7C-946E-992BA66B4BFD}"/>
          </ac:spMkLst>
        </pc:spChg>
        <pc:spChg chg="del">
          <ac:chgData name="Leila Iñigo de la Cruz" userId="fae4ed0d-52e1-4e8b-ac73-77e0b7235c9a" providerId="ADAL" clId="{1E9E03C1-E5D4-4BEC-8EBD-C4DD5262B379}" dt="2026-05-12T11:54:11.895" v="6207" actId="478"/>
          <ac:spMkLst>
            <pc:docMk/>
            <pc:sldMk cId="2417689436" sldId="365"/>
            <ac:spMk id="5" creationId="{BF36C66A-4730-D853-E68F-59011E5C5FF1}"/>
          </ac:spMkLst>
        </pc:spChg>
        <pc:picChg chg="del">
          <ac:chgData name="Leila Iñigo de la Cruz" userId="fae4ed0d-52e1-4e8b-ac73-77e0b7235c9a" providerId="ADAL" clId="{1E9E03C1-E5D4-4BEC-8EBD-C4DD5262B379}" dt="2026-05-12T11:54:07.465" v="6206" actId="478"/>
          <ac:picMkLst>
            <pc:docMk/>
            <pc:sldMk cId="2417689436" sldId="365"/>
            <ac:picMk id="3" creationId="{1FB48381-625E-A63F-A978-CC2F34B1B51E}"/>
          </ac:picMkLst>
        </pc:picChg>
      </pc:sldChg>
      <pc:sldChg chg="addSp delSp modSp add mod">
        <pc:chgData name="Leila Iñigo de la Cruz" userId="fae4ed0d-52e1-4e8b-ac73-77e0b7235c9a" providerId="ADAL" clId="{1E9E03C1-E5D4-4BEC-8EBD-C4DD5262B379}" dt="2026-05-12T12:13:19.380" v="6395" actId="478"/>
        <pc:sldMkLst>
          <pc:docMk/>
          <pc:sldMk cId="1147509719" sldId="366"/>
        </pc:sldMkLst>
        <pc:spChg chg="add mod">
          <ac:chgData name="Leila Iñigo de la Cruz" userId="fae4ed0d-52e1-4e8b-ac73-77e0b7235c9a" providerId="ADAL" clId="{1E9E03C1-E5D4-4BEC-8EBD-C4DD5262B379}" dt="2026-05-12T12:05:04.052" v="6393" actId="1076"/>
          <ac:spMkLst>
            <pc:docMk/>
            <pc:sldMk cId="1147509719" sldId="366"/>
            <ac:spMk id="2" creationId="{8CEAFE35-DFFA-C578-A98E-F14319DDC264}"/>
          </ac:spMkLst>
        </pc:spChg>
        <pc:spChg chg="add del mod">
          <ac:chgData name="Leila Iñigo de la Cruz" userId="fae4ed0d-52e1-4e8b-ac73-77e0b7235c9a" providerId="ADAL" clId="{1E9E03C1-E5D4-4BEC-8EBD-C4DD5262B379}" dt="2026-05-12T12:13:19.380" v="6395" actId="478"/>
          <ac:spMkLst>
            <pc:docMk/>
            <pc:sldMk cId="1147509719" sldId="366"/>
            <ac:spMk id="5" creationId="{8DE78A02-B886-D57E-BEEC-CADCB0ED196F}"/>
          </ac:spMkLst>
        </pc:spChg>
        <pc:spChg chg="del mod">
          <ac:chgData name="Leila Iñigo de la Cruz" userId="fae4ed0d-52e1-4e8b-ac73-77e0b7235c9a" providerId="ADAL" clId="{1E9E03C1-E5D4-4BEC-8EBD-C4DD5262B379}" dt="2026-05-12T12:04:32.446" v="6389" actId="478"/>
          <ac:spMkLst>
            <pc:docMk/>
            <pc:sldMk cId="1147509719" sldId="366"/>
            <ac:spMk id="7" creationId="{02CF0662-444C-E3FA-6F80-6242F060AFF6}"/>
          </ac:spMkLst>
        </pc:spChg>
        <pc:spChg chg="del">
          <ac:chgData name="Leila Iñigo de la Cruz" userId="fae4ed0d-52e1-4e8b-ac73-77e0b7235c9a" providerId="ADAL" clId="{1E9E03C1-E5D4-4BEC-8EBD-C4DD5262B379}" dt="2026-05-12T12:13:05.373" v="6394" actId="478"/>
          <ac:spMkLst>
            <pc:docMk/>
            <pc:sldMk cId="1147509719" sldId="366"/>
            <ac:spMk id="16" creationId="{C6928D92-80B5-9EC3-5749-8C40AEEA1054}"/>
          </ac:spMkLst>
        </pc:spChg>
        <pc:picChg chg="mod">
          <ac:chgData name="Leila Iñigo de la Cruz" userId="fae4ed0d-52e1-4e8b-ac73-77e0b7235c9a" providerId="ADAL" clId="{1E9E03C1-E5D4-4BEC-8EBD-C4DD5262B379}" dt="2026-05-12T12:04:15.927" v="6384" actId="1076"/>
          <ac:picMkLst>
            <pc:docMk/>
            <pc:sldMk cId="1147509719" sldId="366"/>
            <ac:picMk id="4" creationId="{FDE31CEE-7220-CE82-6F78-997C515A41FF}"/>
          </ac:picMkLst>
        </pc:picChg>
        <pc:picChg chg="mod">
          <ac:chgData name="Leila Iñigo de la Cruz" userId="fae4ed0d-52e1-4e8b-ac73-77e0b7235c9a" providerId="ADAL" clId="{1E9E03C1-E5D4-4BEC-8EBD-C4DD5262B379}" dt="2026-05-12T12:04:21.462" v="6386" actId="14100"/>
          <ac:picMkLst>
            <pc:docMk/>
            <pc:sldMk cId="1147509719" sldId="366"/>
            <ac:picMk id="6" creationId="{F9DD4E96-5DC0-AF3F-43FF-5F99913167A0}"/>
          </ac:picMkLst>
        </pc:picChg>
      </pc:sldChg>
      <pc:sldChg chg="addSp delSp modSp add mod">
        <pc:chgData name="Leila Iñigo de la Cruz" userId="fae4ed0d-52e1-4e8b-ac73-77e0b7235c9a" providerId="ADAL" clId="{1E9E03C1-E5D4-4BEC-8EBD-C4DD5262B379}" dt="2026-05-12T12:02:31.213" v="6378" actId="403"/>
        <pc:sldMkLst>
          <pc:docMk/>
          <pc:sldMk cId="4236794593" sldId="367"/>
        </pc:sldMkLst>
        <pc:spChg chg="add del mod">
          <ac:chgData name="Leila Iñigo de la Cruz" userId="fae4ed0d-52e1-4e8b-ac73-77e0b7235c9a" providerId="ADAL" clId="{1E9E03C1-E5D4-4BEC-8EBD-C4DD5262B379}" dt="2026-05-12T12:02:19.588" v="6375" actId="478"/>
          <ac:spMkLst>
            <pc:docMk/>
            <pc:sldMk cId="4236794593" sldId="367"/>
            <ac:spMk id="2" creationId="{57F7141D-0DB3-FD9E-A2A9-C3D0936D9D4B}"/>
          </ac:spMkLst>
        </pc:spChg>
        <pc:spChg chg="mod">
          <ac:chgData name="Leila Iñigo de la Cruz" userId="fae4ed0d-52e1-4e8b-ac73-77e0b7235c9a" providerId="ADAL" clId="{1E9E03C1-E5D4-4BEC-8EBD-C4DD5262B379}" dt="2026-05-12T12:02:31.213" v="6378" actId="403"/>
          <ac:spMkLst>
            <pc:docMk/>
            <pc:sldMk cId="4236794593" sldId="367"/>
            <ac:spMk id="8" creationId="{1877EECA-87C9-ADF3-DD45-88DA7C4506F9}"/>
          </ac:spMkLst>
        </pc:spChg>
        <pc:spChg chg="mod">
          <ac:chgData name="Leila Iñigo de la Cruz" userId="fae4ed0d-52e1-4e8b-ac73-77e0b7235c9a" providerId="ADAL" clId="{1E9E03C1-E5D4-4BEC-8EBD-C4DD5262B379}" dt="2026-05-12T12:02:25.192" v="6377" actId="403"/>
          <ac:spMkLst>
            <pc:docMk/>
            <pc:sldMk cId="4236794593" sldId="367"/>
            <ac:spMk id="10" creationId="{A87043B4-AD00-CCA3-EEBA-3658EF0E4BFD}"/>
          </ac:spMkLst>
        </pc:spChg>
        <pc:spChg chg="mod">
          <ac:chgData name="Leila Iñigo de la Cruz" userId="fae4ed0d-52e1-4e8b-ac73-77e0b7235c9a" providerId="ADAL" clId="{1E9E03C1-E5D4-4BEC-8EBD-C4DD5262B379}" dt="2026-05-12T12:02:25.192" v="6377" actId="403"/>
          <ac:spMkLst>
            <pc:docMk/>
            <pc:sldMk cId="4236794593" sldId="367"/>
            <ac:spMk id="11" creationId="{BAB3BA17-66F9-B91D-6378-1BF0AFEB5AFE}"/>
          </ac:spMkLst>
        </pc:spChg>
        <pc:spChg chg="mod">
          <ac:chgData name="Leila Iñigo de la Cruz" userId="fae4ed0d-52e1-4e8b-ac73-77e0b7235c9a" providerId="ADAL" clId="{1E9E03C1-E5D4-4BEC-8EBD-C4DD5262B379}" dt="2026-05-12T12:02:25.192" v="6377" actId="403"/>
          <ac:spMkLst>
            <pc:docMk/>
            <pc:sldMk cId="4236794593" sldId="367"/>
            <ac:spMk id="12" creationId="{7E8F34B7-0AAE-D024-EFC3-6BDE1D5D2D28}"/>
          </ac:spMkLst>
        </pc:spChg>
        <pc:spChg chg="mod">
          <ac:chgData name="Leila Iñigo de la Cruz" userId="fae4ed0d-52e1-4e8b-ac73-77e0b7235c9a" providerId="ADAL" clId="{1E9E03C1-E5D4-4BEC-8EBD-C4DD5262B379}" dt="2026-05-12T12:02:25.192" v="6377" actId="403"/>
          <ac:spMkLst>
            <pc:docMk/>
            <pc:sldMk cId="4236794593" sldId="367"/>
            <ac:spMk id="13" creationId="{89716C33-7030-FB4C-B461-37FF0AEF7B1F}"/>
          </ac:spMkLst>
        </pc:spChg>
        <pc:spChg chg="mod">
          <ac:chgData name="Leila Iñigo de la Cruz" userId="fae4ed0d-52e1-4e8b-ac73-77e0b7235c9a" providerId="ADAL" clId="{1E9E03C1-E5D4-4BEC-8EBD-C4DD5262B379}" dt="2026-05-12T12:02:25.192" v="6377" actId="403"/>
          <ac:spMkLst>
            <pc:docMk/>
            <pc:sldMk cId="4236794593" sldId="367"/>
            <ac:spMk id="14" creationId="{FF40B318-F0FA-664E-231C-6D2FADBCD4BF}"/>
          </ac:spMkLst>
        </pc:spChg>
        <pc:spChg chg="mod">
          <ac:chgData name="Leila Iñigo de la Cruz" userId="fae4ed0d-52e1-4e8b-ac73-77e0b7235c9a" providerId="ADAL" clId="{1E9E03C1-E5D4-4BEC-8EBD-C4DD5262B379}" dt="2026-05-12T12:02:25.192" v="6377" actId="403"/>
          <ac:spMkLst>
            <pc:docMk/>
            <pc:sldMk cId="4236794593" sldId="367"/>
            <ac:spMk id="15" creationId="{E3A4DCAD-BC32-440A-479F-47423FC9BADF}"/>
          </ac:spMkLst>
        </pc:spChg>
        <pc:spChg chg="mod">
          <ac:chgData name="Leila Iñigo de la Cruz" userId="fae4ed0d-52e1-4e8b-ac73-77e0b7235c9a" providerId="ADAL" clId="{1E9E03C1-E5D4-4BEC-8EBD-C4DD5262B379}" dt="2026-05-12T11:59:07.878" v="6267" actId="1076"/>
          <ac:spMkLst>
            <pc:docMk/>
            <pc:sldMk cId="4236794593" sldId="367"/>
            <ac:spMk id="16" creationId="{8CC5852A-FA95-DE41-4D32-83B1319E1B82}"/>
          </ac:spMkLst>
        </pc:spChg>
        <pc:spChg chg="mod">
          <ac:chgData name="Leila Iñigo de la Cruz" userId="fae4ed0d-52e1-4e8b-ac73-77e0b7235c9a" providerId="ADAL" clId="{1E9E03C1-E5D4-4BEC-8EBD-C4DD5262B379}" dt="2026-05-12T12:02:25.192" v="6377" actId="403"/>
          <ac:spMkLst>
            <pc:docMk/>
            <pc:sldMk cId="4236794593" sldId="367"/>
            <ac:spMk id="17" creationId="{7D5BE6F6-8235-909F-FAF3-2E1B9FC997BD}"/>
          </ac:spMkLst>
        </pc:spChg>
        <pc:spChg chg="mod">
          <ac:chgData name="Leila Iñigo de la Cruz" userId="fae4ed0d-52e1-4e8b-ac73-77e0b7235c9a" providerId="ADAL" clId="{1E9E03C1-E5D4-4BEC-8EBD-C4DD5262B379}" dt="2026-05-12T12:02:25.192" v="6377" actId="403"/>
          <ac:spMkLst>
            <pc:docMk/>
            <pc:sldMk cId="4236794593" sldId="367"/>
            <ac:spMk id="18" creationId="{3AD73BCC-EE6A-8D0C-EB22-8803C9121F8B}"/>
          </ac:spMkLst>
        </pc:spChg>
        <pc:spChg chg="mod">
          <ac:chgData name="Leila Iñigo de la Cruz" userId="fae4ed0d-52e1-4e8b-ac73-77e0b7235c9a" providerId="ADAL" clId="{1E9E03C1-E5D4-4BEC-8EBD-C4DD5262B379}" dt="2026-05-12T11:59:16.629" v="6268" actId="1076"/>
          <ac:spMkLst>
            <pc:docMk/>
            <pc:sldMk cId="4236794593" sldId="367"/>
            <ac:spMk id="19" creationId="{60BDE0D3-BE3E-5BBC-CE9C-9C00E97377DC}"/>
          </ac:spMkLst>
        </pc:spChg>
        <pc:grpChg chg="mod">
          <ac:chgData name="Leila Iñigo de la Cruz" userId="fae4ed0d-52e1-4e8b-ac73-77e0b7235c9a" providerId="ADAL" clId="{1E9E03C1-E5D4-4BEC-8EBD-C4DD5262B379}" dt="2026-05-12T12:02:24.069" v="6376" actId="1076"/>
          <ac:grpSpMkLst>
            <pc:docMk/>
            <pc:sldMk cId="4236794593" sldId="367"/>
            <ac:grpSpMk id="9" creationId="{5F4474E7-08B1-B384-65F5-EAD1449FF0C0}"/>
          </ac:grpSpMkLst>
        </pc:grpChg>
      </pc:sldChg>
      <pc:sldChg chg="addSp delSp modSp add mod">
        <pc:chgData name="Leila Iñigo de la Cruz" userId="fae4ed0d-52e1-4e8b-ac73-77e0b7235c9a" providerId="ADAL" clId="{1E9E03C1-E5D4-4BEC-8EBD-C4DD5262B379}" dt="2026-05-12T12:02:59.681" v="6381"/>
        <pc:sldMkLst>
          <pc:docMk/>
          <pc:sldMk cId="3266826415" sldId="368"/>
        </pc:sldMkLst>
        <pc:spChg chg="add mod">
          <ac:chgData name="Leila Iñigo de la Cruz" userId="fae4ed0d-52e1-4e8b-ac73-77e0b7235c9a" providerId="ADAL" clId="{1E9E03C1-E5D4-4BEC-8EBD-C4DD5262B379}" dt="2026-05-12T12:02:59.681" v="6381"/>
          <ac:spMkLst>
            <pc:docMk/>
            <pc:sldMk cId="3266826415" sldId="368"/>
            <ac:spMk id="3" creationId="{F47DB8AB-355F-2298-300E-C1973E1B7460}"/>
          </ac:spMkLst>
        </pc:spChg>
        <pc:spChg chg="mod">
          <ac:chgData name="Leila Iñigo de la Cruz" userId="fae4ed0d-52e1-4e8b-ac73-77e0b7235c9a" providerId="ADAL" clId="{1E9E03C1-E5D4-4BEC-8EBD-C4DD5262B379}" dt="2026-05-12T12:02:59.681" v="6381"/>
          <ac:spMkLst>
            <pc:docMk/>
            <pc:sldMk cId="3266826415" sldId="368"/>
            <ac:spMk id="5" creationId="{8B399838-255A-C00D-98FB-15683C3504BB}"/>
          </ac:spMkLst>
        </pc:spChg>
        <pc:spChg chg="mod">
          <ac:chgData name="Leila Iñigo de la Cruz" userId="fae4ed0d-52e1-4e8b-ac73-77e0b7235c9a" providerId="ADAL" clId="{1E9E03C1-E5D4-4BEC-8EBD-C4DD5262B379}" dt="2026-05-12T12:02:59.681" v="6381"/>
          <ac:spMkLst>
            <pc:docMk/>
            <pc:sldMk cId="3266826415" sldId="368"/>
            <ac:spMk id="6" creationId="{1913A718-A655-91D1-70CE-9A578DE0D642}"/>
          </ac:spMkLst>
        </pc:spChg>
        <pc:spChg chg="mod">
          <ac:chgData name="Leila Iñigo de la Cruz" userId="fae4ed0d-52e1-4e8b-ac73-77e0b7235c9a" providerId="ADAL" clId="{1E9E03C1-E5D4-4BEC-8EBD-C4DD5262B379}" dt="2026-05-12T12:02:59.681" v="6381"/>
          <ac:spMkLst>
            <pc:docMk/>
            <pc:sldMk cId="3266826415" sldId="368"/>
            <ac:spMk id="7" creationId="{C9C2C8F4-2351-F96A-A4E4-C925641D54C8}"/>
          </ac:spMkLst>
        </pc:spChg>
        <pc:spChg chg="del">
          <ac:chgData name="Leila Iñigo de la Cruz" userId="fae4ed0d-52e1-4e8b-ac73-77e0b7235c9a" providerId="ADAL" clId="{1E9E03C1-E5D4-4BEC-8EBD-C4DD5262B379}" dt="2026-05-12T12:02:56.773" v="6379" actId="478"/>
          <ac:spMkLst>
            <pc:docMk/>
            <pc:sldMk cId="3266826415" sldId="368"/>
            <ac:spMk id="8" creationId="{8125E94C-92A8-B611-6B53-38DB4CA36154}"/>
          </ac:spMkLst>
        </pc:spChg>
        <pc:spChg chg="mod">
          <ac:chgData name="Leila Iñigo de la Cruz" userId="fae4ed0d-52e1-4e8b-ac73-77e0b7235c9a" providerId="ADAL" clId="{1E9E03C1-E5D4-4BEC-8EBD-C4DD5262B379}" dt="2026-05-12T12:02:59.681" v="6381"/>
          <ac:spMkLst>
            <pc:docMk/>
            <pc:sldMk cId="3266826415" sldId="368"/>
            <ac:spMk id="20" creationId="{CE74AF4B-0942-D284-D2BA-1E77AA33AE91}"/>
          </ac:spMkLst>
        </pc:spChg>
        <pc:spChg chg="mod">
          <ac:chgData name="Leila Iñigo de la Cruz" userId="fae4ed0d-52e1-4e8b-ac73-77e0b7235c9a" providerId="ADAL" clId="{1E9E03C1-E5D4-4BEC-8EBD-C4DD5262B379}" dt="2026-05-12T12:02:59.681" v="6381"/>
          <ac:spMkLst>
            <pc:docMk/>
            <pc:sldMk cId="3266826415" sldId="368"/>
            <ac:spMk id="21" creationId="{2A966C6E-8077-2314-8AFE-8A1A95824D72}"/>
          </ac:spMkLst>
        </pc:spChg>
        <pc:spChg chg="mod">
          <ac:chgData name="Leila Iñigo de la Cruz" userId="fae4ed0d-52e1-4e8b-ac73-77e0b7235c9a" providerId="ADAL" clId="{1E9E03C1-E5D4-4BEC-8EBD-C4DD5262B379}" dt="2026-05-12T12:02:59.681" v="6381"/>
          <ac:spMkLst>
            <pc:docMk/>
            <pc:sldMk cId="3266826415" sldId="368"/>
            <ac:spMk id="22" creationId="{F09CC695-F562-4039-08A9-4BAA737DA325}"/>
          </ac:spMkLst>
        </pc:spChg>
        <pc:spChg chg="mod">
          <ac:chgData name="Leila Iñigo de la Cruz" userId="fae4ed0d-52e1-4e8b-ac73-77e0b7235c9a" providerId="ADAL" clId="{1E9E03C1-E5D4-4BEC-8EBD-C4DD5262B379}" dt="2026-05-12T12:02:59.681" v="6381"/>
          <ac:spMkLst>
            <pc:docMk/>
            <pc:sldMk cId="3266826415" sldId="368"/>
            <ac:spMk id="23" creationId="{4255B306-720C-9BF6-F17A-FADF02E1D294}"/>
          </ac:spMkLst>
        </pc:spChg>
        <pc:spChg chg="mod">
          <ac:chgData name="Leila Iñigo de la Cruz" userId="fae4ed0d-52e1-4e8b-ac73-77e0b7235c9a" providerId="ADAL" clId="{1E9E03C1-E5D4-4BEC-8EBD-C4DD5262B379}" dt="2026-05-12T12:02:59.681" v="6381"/>
          <ac:spMkLst>
            <pc:docMk/>
            <pc:sldMk cId="3266826415" sldId="368"/>
            <ac:spMk id="24" creationId="{1DE003DC-26F5-48B3-2A85-C14CA1538596}"/>
          </ac:spMkLst>
        </pc:spChg>
        <pc:grpChg chg="add mod">
          <ac:chgData name="Leila Iñigo de la Cruz" userId="fae4ed0d-52e1-4e8b-ac73-77e0b7235c9a" providerId="ADAL" clId="{1E9E03C1-E5D4-4BEC-8EBD-C4DD5262B379}" dt="2026-05-12T12:02:59.681" v="6381"/>
          <ac:grpSpMkLst>
            <pc:docMk/>
            <pc:sldMk cId="3266826415" sldId="368"/>
            <ac:grpSpMk id="4" creationId="{C9C36859-3D6A-059C-F2C8-4FE99A9489BE}"/>
          </ac:grpSpMkLst>
        </pc:grpChg>
        <pc:grpChg chg="del">
          <ac:chgData name="Leila Iñigo de la Cruz" userId="fae4ed0d-52e1-4e8b-ac73-77e0b7235c9a" providerId="ADAL" clId="{1E9E03C1-E5D4-4BEC-8EBD-C4DD5262B379}" dt="2026-05-12T12:02:58.971" v="6380" actId="478"/>
          <ac:grpSpMkLst>
            <pc:docMk/>
            <pc:sldMk cId="3266826415" sldId="368"/>
            <ac:grpSpMk id="9" creationId="{98E18A75-F22C-7FED-B452-EA6301B0F73F}"/>
          </ac:grpSpMkLst>
        </pc:grpChg>
      </pc:sldChg>
      <pc:sldChg chg="addSp delSp modSp add mod">
        <pc:chgData name="Leila Iñigo de la Cruz" userId="fae4ed0d-52e1-4e8b-ac73-77e0b7235c9a" providerId="ADAL" clId="{1E9E03C1-E5D4-4BEC-8EBD-C4DD5262B379}" dt="2026-05-12T12:14:27.298" v="6403" actId="1076"/>
        <pc:sldMkLst>
          <pc:docMk/>
          <pc:sldMk cId="3798736769" sldId="369"/>
        </pc:sldMkLst>
        <pc:spChg chg="mod">
          <ac:chgData name="Leila Iñigo de la Cruz" userId="fae4ed0d-52e1-4e8b-ac73-77e0b7235c9a" providerId="ADAL" clId="{1E9E03C1-E5D4-4BEC-8EBD-C4DD5262B379}" dt="2026-05-12T12:14:27.298" v="6403" actId="1076"/>
          <ac:spMkLst>
            <pc:docMk/>
            <pc:sldMk cId="3798736769" sldId="369"/>
            <ac:spMk id="2" creationId="{F894F014-02F0-7E0B-EF13-B3877EE53CB2}"/>
          </ac:spMkLst>
        </pc:spChg>
        <pc:picChg chg="del">
          <ac:chgData name="Leila Iñigo de la Cruz" userId="fae4ed0d-52e1-4e8b-ac73-77e0b7235c9a" providerId="ADAL" clId="{1E9E03C1-E5D4-4BEC-8EBD-C4DD5262B379}" dt="2026-05-12T12:14:12.481" v="6397" actId="478"/>
          <ac:picMkLst>
            <pc:docMk/>
            <pc:sldMk cId="3798736769" sldId="369"/>
            <ac:picMk id="4" creationId="{088CC622-C11E-59F8-6EF6-A182B524E541}"/>
          </ac:picMkLst>
        </pc:picChg>
        <pc:picChg chg="add mod ord">
          <ac:chgData name="Leila Iñigo de la Cruz" userId="fae4ed0d-52e1-4e8b-ac73-77e0b7235c9a" providerId="ADAL" clId="{1E9E03C1-E5D4-4BEC-8EBD-C4DD5262B379}" dt="2026-05-12T12:14:21.626" v="6401" actId="167"/>
          <ac:picMkLst>
            <pc:docMk/>
            <pc:sldMk cId="3798736769" sldId="369"/>
            <ac:picMk id="5" creationId="{A7C23C16-34CD-AE03-1490-CF0FED643550}"/>
          </ac:picMkLst>
        </pc:picChg>
        <pc:picChg chg="del">
          <ac:chgData name="Leila Iñigo de la Cruz" userId="fae4ed0d-52e1-4e8b-ac73-77e0b7235c9a" providerId="ADAL" clId="{1E9E03C1-E5D4-4BEC-8EBD-C4DD5262B379}" dt="2026-05-12T12:14:12.481" v="6397" actId="478"/>
          <ac:picMkLst>
            <pc:docMk/>
            <pc:sldMk cId="3798736769" sldId="369"/>
            <ac:picMk id="6" creationId="{0C09A3D6-7E8D-C826-76EB-1E620C866A8E}"/>
          </ac:picMkLst>
        </pc:picChg>
      </pc:sldChg>
      <pc:sldMasterChg chg="setBg delSldLayout modSldLayout">
        <pc:chgData name="Leila Iñigo de la Cruz" userId="fae4ed0d-52e1-4e8b-ac73-77e0b7235c9a" providerId="ADAL" clId="{1E9E03C1-E5D4-4BEC-8EBD-C4DD5262B379}" dt="2026-05-11T12:55:07.728" v="5015"/>
        <pc:sldMasterMkLst>
          <pc:docMk/>
          <pc:sldMasterMk cId="0" sldId="2147483648"/>
        </pc:sldMasterMkLst>
        <pc:sldLayoutChg chg="setBg">
          <pc:chgData name="Leila Iñigo de la Cruz" userId="fae4ed0d-52e1-4e8b-ac73-77e0b7235c9a" providerId="ADAL" clId="{1E9E03C1-E5D4-4BEC-8EBD-C4DD5262B379}" dt="2026-05-11T12:55:07.728" v="5015"/>
          <pc:sldLayoutMkLst>
            <pc:docMk/>
            <pc:sldMasterMk cId="0" sldId="2147483648"/>
            <pc:sldLayoutMk cId="0" sldId="2147483649"/>
          </pc:sldLayoutMkLst>
        </pc:sldLayoutChg>
        <pc:sldLayoutChg chg="del">
          <pc:chgData name="Leila Iñigo de la Cruz" userId="fae4ed0d-52e1-4e8b-ac73-77e0b7235c9a" providerId="ADAL" clId="{1E9E03C1-E5D4-4BEC-8EBD-C4DD5262B379}" dt="2026-05-11T10:32:45.898" v="2340" actId="47"/>
          <pc:sldLayoutMkLst>
            <pc:docMk/>
            <pc:sldMasterMk cId="0" sldId="2147483648"/>
            <pc:sldLayoutMk cId="0" sldId="2147483651"/>
          </pc:sldLayoutMkLst>
        </pc:sldLayoutChg>
        <pc:sldLayoutChg chg="del">
          <pc:chgData name="Leila Iñigo de la Cruz" userId="fae4ed0d-52e1-4e8b-ac73-77e0b7235c9a" providerId="ADAL" clId="{1E9E03C1-E5D4-4BEC-8EBD-C4DD5262B379}" dt="2026-05-11T10:32:45.898" v="2340" actId="47"/>
          <pc:sldLayoutMkLst>
            <pc:docMk/>
            <pc:sldMasterMk cId="0" sldId="2147483648"/>
            <pc:sldLayoutMk cId="0" sldId="2147483652"/>
          </pc:sldLayoutMkLst>
        </pc:sldLayoutChg>
        <pc:sldLayoutChg chg="del">
          <pc:chgData name="Leila Iñigo de la Cruz" userId="fae4ed0d-52e1-4e8b-ac73-77e0b7235c9a" providerId="ADAL" clId="{1E9E03C1-E5D4-4BEC-8EBD-C4DD5262B379}" dt="2026-05-11T10:32:47.803" v="2341" actId="47"/>
          <pc:sldLayoutMkLst>
            <pc:docMk/>
            <pc:sldMasterMk cId="0" sldId="2147483648"/>
            <pc:sldLayoutMk cId="0" sldId="2147483653"/>
          </pc:sldLayoutMkLst>
        </pc:sldLayoutChg>
        <pc:sldLayoutChg chg="del">
          <pc:chgData name="Leila Iñigo de la Cruz" userId="fae4ed0d-52e1-4e8b-ac73-77e0b7235c9a" providerId="ADAL" clId="{1E9E03C1-E5D4-4BEC-8EBD-C4DD5262B379}" dt="2026-05-11T10:32:48.583" v="2342" actId="47"/>
          <pc:sldLayoutMkLst>
            <pc:docMk/>
            <pc:sldMasterMk cId="0" sldId="2147483648"/>
            <pc:sldLayoutMk cId="0" sldId="2147483654"/>
          </pc:sldLayoutMkLst>
        </pc:sldLayoutChg>
        <pc:sldLayoutChg chg="del">
          <pc:chgData name="Leila Iñigo de la Cruz" userId="fae4ed0d-52e1-4e8b-ac73-77e0b7235c9a" providerId="ADAL" clId="{1E9E03C1-E5D4-4BEC-8EBD-C4DD5262B379}" dt="2026-05-11T10:32:50.142" v="2343" actId="47"/>
          <pc:sldLayoutMkLst>
            <pc:docMk/>
            <pc:sldMasterMk cId="0" sldId="2147483648"/>
            <pc:sldLayoutMk cId="0" sldId="2147483655"/>
          </pc:sldLayoutMkLst>
        </pc:sldLayoutChg>
        <pc:sldLayoutChg chg="del">
          <pc:chgData name="Leila Iñigo de la Cruz" userId="fae4ed0d-52e1-4e8b-ac73-77e0b7235c9a" providerId="ADAL" clId="{1E9E03C1-E5D4-4BEC-8EBD-C4DD5262B379}" dt="2026-05-11T10:32:50.975" v="2344" actId="47"/>
          <pc:sldLayoutMkLst>
            <pc:docMk/>
            <pc:sldMasterMk cId="0" sldId="2147483648"/>
            <pc:sldLayoutMk cId="0" sldId="2147483656"/>
          </pc:sldLayoutMkLst>
        </pc:sldLayoutChg>
        <pc:sldLayoutChg chg="del">
          <pc:chgData name="Leila Iñigo de la Cruz" userId="fae4ed0d-52e1-4e8b-ac73-77e0b7235c9a" providerId="ADAL" clId="{1E9E03C1-E5D4-4BEC-8EBD-C4DD5262B379}" dt="2026-05-11T10:32:51.909" v="2345" actId="47"/>
          <pc:sldLayoutMkLst>
            <pc:docMk/>
            <pc:sldMasterMk cId="0" sldId="2147483648"/>
            <pc:sldLayoutMk cId="0" sldId="2147483657"/>
          </pc:sldLayoutMkLst>
        </pc:sldLayoutChg>
        <pc:sldLayoutChg chg="del">
          <pc:chgData name="Leila Iñigo de la Cruz" userId="fae4ed0d-52e1-4e8b-ac73-77e0b7235c9a" providerId="ADAL" clId="{1E9E03C1-E5D4-4BEC-8EBD-C4DD5262B379}" dt="2026-05-11T10:32:52.741" v="2346" actId="47"/>
          <pc:sldLayoutMkLst>
            <pc:docMk/>
            <pc:sldMasterMk cId="0" sldId="2147483648"/>
            <pc:sldLayoutMk cId="0" sldId="2147483658"/>
          </pc:sldLayoutMkLst>
        </pc:sldLayoutChg>
        <pc:sldLayoutChg chg="del">
          <pc:chgData name="Leila Iñigo de la Cruz" userId="fae4ed0d-52e1-4e8b-ac73-77e0b7235c9a" providerId="ADAL" clId="{1E9E03C1-E5D4-4BEC-8EBD-C4DD5262B379}" dt="2026-05-11T10:33:22.347" v="2347" actId="47"/>
          <pc:sldLayoutMkLst>
            <pc:docMk/>
            <pc:sldMasterMk cId="0" sldId="2147483648"/>
            <pc:sldLayoutMk cId="0" sldId="2147483659"/>
          </pc:sldLayoutMkLst>
        </pc:sldLayoutChg>
        <pc:sldLayoutChg chg="del">
          <pc:chgData name="Leila Iñigo de la Cruz" userId="fae4ed0d-52e1-4e8b-ac73-77e0b7235c9a" providerId="ADAL" clId="{1E9E03C1-E5D4-4BEC-8EBD-C4DD5262B379}" dt="2026-05-11T10:33:22.347" v="2347" actId="47"/>
          <pc:sldLayoutMkLst>
            <pc:docMk/>
            <pc:sldMasterMk cId="0" sldId="2147483648"/>
            <pc:sldLayoutMk cId="0" sldId="2147483660"/>
          </pc:sldLayoutMkLst>
        </pc:sldLayoutChg>
        <pc:sldLayoutChg chg="del">
          <pc:chgData name="Leila Iñigo de la Cruz" userId="fae4ed0d-52e1-4e8b-ac73-77e0b7235c9a" providerId="ADAL" clId="{1E9E03C1-E5D4-4BEC-8EBD-C4DD5262B379}" dt="2026-05-11T10:33:22.347" v="2347" actId="47"/>
          <pc:sldLayoutMkLst>
            <pc:docMk/>
            <pc:sldMasterMk cId="0" sldId="2147483648"/>
            <pc:sldLayoutMk cId="0" sldId="2147483661"/>
          </pc:sldLayoutMkLst>
        </pc:sldLayoutChg>
      </pc:sldMasterChg>
      <pc:sldMasterChg chg="setBg delSldLayout modSldLayout">
        <pc:chgData name="Leila Iñigo de la Cruz" userId="fae4ed0d-52e1-4e8b-ac73-77e0b7235c9a" providerId="ADAL" clId="{1E9E03C1-E5D4-4BEC-8EBD-C4DD5262B379}" dt="2026-05-11T12:55:07.728" v="5015"/>
        <pc:sldMasterMkLst>
          <pc:docMk/>
          <pc:sldMasterMk cId="0" sldId="2147483662"/>
        </pc:sldMasterMkLst>
        <pc:sldLayoutChg chg="setBg">
          <pc:chgData name="Leila Iñigo de la Cruz" userId="fae4ed0d-52e1-4e8b-ac73-77e0b7235c9a" providerId="ADAL" clId="{1E9E03C1-E5D4-4BEC-8EBD-C4DD5262B379}" dt="2026-05-11T12:55:07.728" v="5015"/>
          <pc:sldLayoutMkLst>
            <pc:docMk/>
            <pc:sldMasterMk cId="0" sldId="2147483662"/>
            <pc:sldLayoutMk cId="0" sldId="2147483663"/>
          </pc:sldLayoutMkLst>
        </pc:sldLayoutChg>
        <pc:sldLayoutChg chg="setBg">
          <pc:chgData name="Leila Iñigo de la Cruz" userId="fae4ed0d-52e1-4e8b-ac73-77e0b7235c9a" providerId="ADAL" clId="{1E9E03C1-E5D4-4BEC-8EBD-C4DD5262B379}" dt="2026-05-11T12:55:07.728" v="5015"/>
          <pc:sldLayoutMkLst>
            <pc:docMk/>
            <pc:sldMasterMk cId="0" sldId="2147483662"/>
            <pc:sldLayoutMk cId="0" sldId="2147483664"/>
          </pc:sldLayoutMkLst>
        </pc:sldLayoutChg>
        <pc:sldLayoutChg chg="del">
          <pc:chgData name="Leila Iñigo de la Cruz" userId="fae4ed0d-52e1-4e8b-ac73-77e0b7235c9a" providerId="ADAL" clId="{1E9E03C1-E5D4-4BEC-8EBD-C4DD5262B379}" dt="2026-05-11T10:33:22.347" v="2347" actId="47"/>
          <pc:sldLayoutMkLst>
            <pc:docMk/>
            <pc:sldMasterMk cId="0" sldId="2147483662"/>
            <pc:sldLayoutMk cId="0" sldId="2147483665"/>
          </pc:sldLayoutMkLst>
        </pc:sldLayoutChg>
        <pc:sldLayoutChg chg="del">
          <pc:chgData name="Leila Iñigo de la Cruz" userId="fae4ed0d-52e1-4e8b-ac73-77e0b7235c9a" providerId="ADAL" clId="{1E9E03C1-E5D4-4BEC-8EBD-C4DD5262B379}" dt="2026-05-11T10:33:22.347" v="2347" actId="47"/>
          <pc:sldLayoutMkLst>
            <pc:docMk/>
            <pc:sldMasterMk cId="0" sldId="2147483662"/>
            <pc:sldLayoutMk cId="0" sldId="2147483666"/>
          </pc:sldLayoutMkLst>
        </pc:sldLayoutChg>
        <pc:sldLayoutChg chg="del">
          <pc:chgData name="Leila Iñigo de la Cruz" userId="fae4ed0d-52e1-4e8b-ac73-77e0b7235c9a" providerId="ADAL" clId="{1E9E03C1-E5D4-4BEC-8EBD-C4DD5262B379}" dt="2026-05-11T10:33:22.347" v="2347" actId="47"/>
          <pc:sldLayoutMkLst>
            <pc:docMk/>
            <pc:sldMasterMk cId="0" sldId="2147483662"/>
            <pc:sldLayoutMk cId="0" sldId="2147483667"/>
          </pc:sldLayoutMkLst>
        </pc:sldLayoutChg>
        <pc:sldLayoutChg chg="setBg">
          <pc:chgData name="Leila Iñigo de la Cruz" userId="fae4ed0d-52e1-4e8b-ac73-77e0b7235c9a" providerId="ADAL" clId="{1E9E03C1-E5D4-4BEC-8EBD-C4DD5262B379}" dt="2026-05-11T12:55:07.728" v="5015"/>
          <pc:sldLayoutMkLst>
            <pc:docMk/>
            <pc:sldMasterMk cId="0" sldId="2147483662"/>
            <pc:sldLayoutMk cId="0" sldId="2147483668"/>
          </pc:sldLayoutMkLst>
        </pc:sldLayoutChg>
        <pc:sldLayoutChg chg="setBg">
          <pc:chgData name="Leila Iñigo de la Cruz" userId="fae4ed0d-52e1-4e8b-ac73-77e0b7235c9a" providerId="ADAL" clId="{1E9E03C1-E5D4-4BEC-8EBD-C4DD5262B379}" dt="2026-05-11T12:55:07.728" v="5015"/>
          <pc:sldLayoutMkLst>
            <pc:docMk/>
            <pc:sldMasterMk cId="0" sldId="2147483662"/>
            <pc:sldLayoutMk cId="3490505560" sldId="2147483719"/>
          </pc:sldLayoutMkLst>
        </pc:sldLayoutChg>
        <pc:sldLayoutChg chg="del">
          <pc:chgData name="Leila Iñigo de la Cruz" userId="fae4ed0d-52e1-4e8b-ac73-77e0b7235c9a" providerId="ADAL" clId="{1E9E03C1-E5D4-4BEC-8EBD-C4DD5262B379}" dt="2026-05-11T12:34:02.255" v="4553" actId="2696"/>
          <pc:sldLayoutMkLst>
            <pc:docMk/>
            <pc:sldMasterMk cId="0" sldId="2147483662"/>
            <pc:sldLayoutMk cId="1026829173" sldId="2147483720"/>
          </pc:sldLayoutMkLst>
        </pc:sldLayoutChg>
        <pc:sldLayoutChg chg="setBg">
          <pc:chgData name="Leila Iñigo de la Cruz" userId="fae4ed0d-52e1-4e8b-ac73-77e0b7235c9a" providerId="ADAL" clId="{1E9E03C1-E5D4-4BEC-8EBD-C4DD5262B379}" dt="2026-05-11T12:55:07.728" v="5015"/>
          <pc:sldLayoutMkLst>
            <pc:docMk/>
            <pc:sldMasterMk cId="0" sldId="2147483662"/>
            <pc:sldLayoutMk cId="1225201774" sldId="2147483720"/>
          </pc:sldLayoutMkLst>
        </pc:sldLayoutChg>
      </pc:sldMasterChg>
      <pc:sldMasterChg chg="setBg delSldLayout modSldLayout">
        <pc:chgData name="Leila Iñigo de la Cruz" userId="fae4ed0d-52e1-4e8b-ac73-77e0b7235c9a" providerId="ADAL" clId="{1E9E03C1-E5D4-4BEC-8EBD-C4DD5262B379}" dt="2026-05-11T12:55:07.728" v="5015"/>
        <pc:sldMasterMkLst>
          <pc:docMk/>
          <pc:sldMasterMk cId="0" sldId="2147483669"/>
        </pc:sldMasterMkLst>
        <pc:sldLayoutChg chg="setBg">
          <pc:chgData name="Leila Iñigo de la Cruz" userId="fae4ed0d-52e1-4e8b-ac73-77e0b7235c9a" providerId="ADAL" clId="{1E9E03C1-E5D4-4BEC-8EBD-C4DD5262B379}" dt="2026-05-11T12:55:07.728" v="5015"/>
          <pc:sldLayoutMkLst>
            <pc:docMk/>
            <pc:sldMasterMk cId="0" sldId="2147483669"/>
            <pc:sldLayoutMk cId="0" sldId="2147483670"/>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1"/>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2"/>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3"/>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4"/>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5"/>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6"/>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7"/>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8"/>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79"/>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0"/>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1"/>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2"/>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3"/>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4"/>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5"/>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6"/>
          </pc:sldLayoutMkLst>
        </pc:sldLayoutChg>
        <pc:sldLayoutChg chg="del">
          <pc:chgData name="Leila Iñigo de la Cruz" userId="fae4ed0d-52e1-4e8b-ac73-77e0b7235c9a" providerId="ADAL" clId="{1E9E03C1-E5D4-4BEC-8EBD-C4DD5262B379}" dt="2026-05-11T10:33:22.347" v="2347" actId="47"/>
          <pc:sldLayoutMkLst>
            <pc:docMk/>
            <pc:sldMasterMk cId="0" sldId="2147483669"/>
            <pc:sldLayoutMk cId="0" sldId="2147483687"/>
          </pc:sldLayoutMkLst>
        </pc:sldLayoutChg>
      </pc:sldMasterChg>
      <pc:sldMasterChg chg="del delSldLayout">
        <pc:chgData name="Leila Iñigo de la Cruz" userId="fae4ed0d-52e1-4e8b-ac73-77e0b7235c9a" providerId="ADAL" clId="{1E9E03C1-E5D4-4BEC-8EBD-C4DD5262B379}" dt="2026-05-11T10:33:22.347" v="2347" actId="47"/>
        <pc:sldMasterMkLst>
          <pc:docMk/>
          <pc:sldMasterMk cId="0" sldId="2147483688"/>
        </pc:sldMasterMkLst>
        <pc:sldLayoutChg chg="del">
          <pc:chgData name="Leila Iñigo de la Cruz" userId="fae4ed0d-52e1-4e8b-ac73-77e0b7235c9a" providerId="ADAL" clId="{1E9E03C1-E5D4-4BEC-8EBD-C4DD5262B379}" dt="2026-05-11T10:33:22.347" v="2347" actId="47"/>
          <pc:sldLayoutMkLst>
            <pc:docMk/>
            <pc:sldMasterMk cId="0" sldId="2147483688"/>
            <pc:sldLayoutMk cId="0" sldId="2147483689"/>
          </pc:sldLayoutMkLst>
        </pc:sldLayoutChg>
        <pc:sldLayoutChg chg="del">
          <pc:chgData name="Leila Iñigo de la Cruz" userId="fae4ed0d-52e1-4e8b-ac73-77e0b7235c9a" providerId="ADAL" clId="{1E9E03C1-E5D4-4BEC-8EBD-C4DD5262B379}" dt="2026-05-11T10:33:22.347" v="2347" actId="47"/>
          <pc:sldLayoutMkLst>
            <pc:docMk/>
            <pc:sldMasterMk cId="0" sldId="2147483688"/>
            <pc:sldLayoutMk cId="0" sldId="2147483690"/>
          </pc:sldLayoutMkLst>
        </pc:sldLayoutChg>
        <pc:sldLayoutChg chg="del">
          <pc:chgData name="Leila Iñigo de la Cruz" userId="fae4ed0d-52e1-4e8b-ac73-77e0b7235c9a" providerId="ADAL" clId="{1E9E03C1-E5D4-4BEC-8EBD-C4DD5262B379}" dt="2026-05-11T10:33:22.347" v="2347" actId="47"/>
          <pc:sldLayoutMkLst>
            <pc:docMk/>
            <pc:sldMasterMk cId="0" sldId="2147483688"/>
            <pc:sldLayoutMk cId="0" sldId="2147483691"/>
          </pc:sldLayoutMkLst>
        </pc:sldLayoutChg>
        <pc:sldLayoutChg chg="del">
          <pc:chgData name="Leila Iñigo de la Cruz" userId="fae4ed0d-52e1-4e8b-ac73-77e0b7235c9a" providerId="ADAL" clId="{1E9E03C1-E5D4-4BEC-8EBD-C4DD5262B379}" dt="2026-05-11T10:33:22.347" v="2347" actId="47"/>
          <pc:sldLayoutMkLst>
            <pc:docMk/>
            <pc:sldMasterMk cId="0" sldId="2147483688"/>
            <pc:sldLayoutMk cId="0" sldId="2147483692"/>
          </pc:sldLayoutMkLst>
        </pc:sldLayoutChg>
      </pc:sldMasterChg>
      <pc:sldMasterChg chg="del delSldLayout">
        <pc:chgData name="Leila Iñigo de la Cruz" userId="fae4ed0d-52e1-4e8b-ac73-77e0b7235c9a" providerId="ADAL" clId="{1E9E03C1-E5D4-4BEC-8EBD-C4DD5262B379}" dt="2026-05-11T10:33:22.347" v="2347" actId="47"/>
        <pc:sldMasterMkLst>
          <pc:docMk/>
          <pc:sldMasterMk cId="0" sldId="2147483693"/>
        </pc:sldMasterMkLst>
        <pc:sldLayoutChg chg="del">
          <pc:chgData name="Leila Iñigo de la Cruz" userId="fae4ed0d-52e1-4e8b-ac73-77e0b7235c9a" providerId="ADAL" clId="{1E9E03C1-E5D4-4BEC-8EBD-C4DD5262B379}" dt="2026-05-11T10:33:22.347" v="2347" actId="47"/>
          <pc:sldLayoutMkLst>
            <pc:docMk/>
            <pc:sldMasterMk cId="0" sldId="2147483693"/>
            <pc:sldLayoutMk cId="0" sldId="2147483694"/>
          </pc:sldLayoutMkLst>
        </pc:sldLayoutChg>
      </pc:sldMasterChg>
      <pc:sldMasterChg chg="del delSldLayout">
        <pc:chgData name="Leila Iñigo de la Cruz" userId="fae4ed0d-52e1-4e8b-ac73-77e0b7235c9a" providerId="ADAL" clId="{1E9E03C1-E5D4-4BEC-8EBD-C4DD5262B379}" dt="2026-05-11T10:33:22.347" v="2347" actId="47"/>
        <pc:sldMasterMkLst>
          <pc:docMk/>
          <pc:sldMasterMk cId="0" sldId="2147483695"/>
        </pc:sldMasterMkLst>
        <pc:sldLayoutChg chg="del">
          <pc:chgData name="Leila Iñigo de la Cruz" userId="fae4ed0d-52e1-4e8b-ac73-77e0b7235c9a" providerId="ADAL" clId="{1E9E03C1-E5D4-4BEC-8EBD-C4DD5262B379}" dt="2026-05-11T10:33:22.347" v="2347" actId="47"/>
          <pc:sldLayoutMkLst>
            <pc:docMk/>
            <pc:sldMasterMk cId="0" sldId="2147483695"/>
            <pc:sldLayoutMk cId="0" sldId="2147483696"/>
          </pc:sldLayoutMkLst>
        </pc:sldLayoutChg>
        <pc:sldLayoutChg chg="del">
          <pc:chgData name="Leila Iñigo de la Cruz" userId="fae4ed0d-52e1-4e8b-ac73-77e0b7235c9a" providerId="ADAL" clId="{1E9E03C1-E5D4-4BEC-8EBD-C4DD5262B379}" dt="2026-05-11T10:33:22.347" v="2347" actId="47"/>
          <pc:sldLayoutMkLst>
            <pc:docMk/>
            <pc:sldMasterMk cId="0" sldId="2147483695"/>
            <pc:sldLayoutMk cId="0" sldId="2147483697"/>
          </pc:sldLayoutMkLst>
        </pc:sldLayoutChg>
        <pc:sldLayoutChg chg="del">
          <pc:chgData name="Leila Iñigo de la Cruz" userId="fae4ed0d-52e1-4e8b-ac73-77e0b7235c9a" providerId="ADAL" clId="{1E9E03C1-E5D4-4BEC-8EBD-C4DD5262B379}" dt="2026-05-11T10:33:22.347" v="2347" actId="47"/>
          <pc:sldLayoutMkLst>
            <pc:docMk/>
            <pc:sldMasterMk cId="0" sldId="2147483695"/>
            <pc:sldLayoutMk cId="0" sldId="2147483698"/>
          </pc:sldLayoutMkLst>
        </pc:sldLayoutChg>
        <pc:sldLayoutChg chg="del">
          <pc:chgData name="Leila Iñigo de la Cruz" userId="fae4ed0d-52e1-4e8b-ac73-77e0b7235c9a" providerId="ADAL" clId="{1E9E03C1-E5D4-4BEC-8EBD-C4DD5262B379}" dt="2026-05-11T10:33:22.347" v="2347" actId="47"/>
          <pc:sldLayoutMkLst>
            <pc:docMk/>
            <pc:sldMasterMk cId="0" sldId="2147483695"/>
            <pc:sldLayoutMk cId="0" sldId="2147483699"/>
          </pc:sldLayoutMkLst>
        </pc:sldLayoutChg>
        <pc:sldLayoutChg chg="del">
          <pc:chgData name="Leila Iñigo de la Cruz" userId="fae4ed0d-52e1-4e8b-ac73-77e0b7235c9a" providerId="ADAL" clId="{1E9E03C1-E5D4-4BEC-8EBD-C4DD5262B379}" dt="2026-05-11T10:33:22.347" v="2347" actId="47"/>
          <pc:sldLayoutMkLst>
            <pc:docMk/>
            <pc:sldMasterMk cId="0" sldId="2147483695"/>
            <pc:sldLayoutMk cId="0" sldId="2147483700"/>
          </pc:sldLayoutMkLst>
        </pc:sldLayoutChg>
        <pc:sldLayoutChg chg="del">
          <pc:chgData name="Leila Iñigo de la Cruz" userId="fae4ed0d-52e1-4e8b-ac73-77e0b7235c9a" providerId="ADAL" clId="{1E9E03C1-E5D4-4BEC-8EBD-C4DD5262B379}" dt="2026-05-11T10:33:22.347" v="2347" actId="47"/>
          <pc:sldLayoutMkLst>
            <pc:docMk/>
            <pc:sldMasterMk cId="0" sldId="2147483695"/>
            <pc:sldLayoutMk cId="0" sldId="2147483701"/>
          </pc:sldLayoutMkLst>
        </pc:sldLayoutChg>
        <pc:sldLayoutChg chg="del">
          <pc:chgData name="Leila Iñigo de la Cruz" userId="fae4ed0d-52e1-4e8b-ac73-77e0b7235c9a" providerId="ADAL" clId="{1E9E03C1-E5D4-4BEC-8EBD-C4DD5262B379}" dt="2026-05-11T10:33:22.347" v="2347" actId="47"/>
          <pc:sldLayoutMkLst>
            <pc:docMk/>
            <pc:sldMasterMk cId="0" sldId="2147483695"/>
            <pc:sldLayoutMk cId="0" sldId="2147483702"/>
          </pc:sldLayoutMkLst>
        </pc:sldLayoutChg>
      </pc:sldMasterChg>
      <pc:sldMasterChg chg="setBg delSldLayout modSldLayout">
        <pc:chgData name="Leila Iñigo de la Cruz" userId="fae4ed0d-52e1-4e8b-ac73-77e0b7235c9a" providerId="ADAL" clId="{1E9E03C1-E5D4-4BEC-8EBD-C4DD5262B379}" dt="2026-05-11T12:55:07.728" v="5015"/>
        <pc:sldMasterMkLst>
          <pc:docMk/>
          <pc:sldMasterMk cId="0" sldId="2147483703"/>
        </pc:sldMasterMkLst>
        <pc:sldLayoutChg chg="setBg">
          <pc:chgData name="Leila Iñigo de la Cruz" userId="fae4ed0d-52e1-4e8b-ac73-77e0b7235c9a" providerId="ADAL" clId="{1E9E03C1-E5D4-4BEC-8EBD-C4DD5262B379}" dt="2026-05-11T12:55:07.728" v="5015"/>
          <pc:sldLayoutMkLst>
            <pc:docMk/>
            <pc:sldMasterMk cId="0" sldId="2147483703"/>
            <pc:sldLayoutMk cId="0" sldId="2147483704"/>
          </pc:sldLayoutMkLst>
        </pc:sldLayoutChg>
        <pc:sldLayoutChg chg="setBg">
          <pc:chgData name="Leila Iñigo de la Cruz" userId="fae4ed0d-52e1-4e8b-ac73-77e0b7235c9a" providerId="ADAL" clId="{1E9E03C1-E5D4-4BEC-8EBD-C4DD5262B379}" dt="2026-05-11T12:55:07.728" v="5015"/>
          <pc:sldLayoutMkLst>
            <pc:docMk/>
            <pc:sldMasterMk cId="0" sldId="2147483703"/>
            <pc:sldLayoutMk cId="0" sldId="2147483705"/>
          </pc:sldLayoutMkLst>
        </pc:sldLayoutChg>
        <pc:sldLayoutChg chg="setBg">
          <pc:chgData name="Leila Iñigo de la Cruz" userId="fae4ed0d-52e1-4e8b-ac73-77e0b7235c9a" providerId="ADAL" clId="{1E9E03C1-E5D4-4BEC-8EBD-C4DD5262B379}" dt="2026-05-11T12:55:07.728" v="5015"/>
          <pc:sldLayoutMkLst>
            <pc:docMk/>
            <pc:sldMasterMk cId="0" sldId="2147483703"/>
            <pc:sldLayoutMk cId="0" sldId="2147483706"/>
          </pc:sldLayoutMkLst>
        </pc:sldLayoutChg>
        <pc:sldLayoutChg chg="del">
          <pc:chgData name="Leila Iñigo de la Cruz" userId="fae4ed0d-52e1-4e8b-ac73-77e0b7235c9a" providerId="ADAL" clId="{1E9E03C1-E5D4-4BEC-8EBD-C4DD5262B379}" dt="2026-05-11T10:55:34.495" v="2811" actId="47"/>
          <pc:sldLayoutMkLst>
            <pc:docMk/>
            <pc:sldMasterMk cId="0" sldId="2147483703"/>
            <pc:sldLayoutMk cId="0" sldId="2147483707"/>
          </pc:sldLayoutMkLst>
        </pc:sldLayoutChg>
        <pc:sldLayoutChg chg="setBg">
          <pc:chgData name="Leila Iñigo de la Cruz" userId="fae4ed0d-52e1-4e8b-ac73-77e0b7235c9a" providerId="ADAL" clId="{1E9E03C1-E5D4-4BEC-8EBD-C4DD5262B379}" dt="2026-05-11T12:55:07.728" v="5015"/>
          <pc:sldLayoutMkLst>
            <pc:docMk/>
            <pc:sldMasterMk cId="0" sldId="2147483703"/>
            <pc:sldLayoutMk cId="0" sldId="2147483708"/>
          </pc:sldLayoutMkLst>
        </pc:sldLayoutChg>
      </pc:sldMasterChg>
      <pc:sldMasterChg chg="setBg delSldLayout modSldLayout">
        <pc:chgData name="Leila Iñigo de la Cruz" userId="fae4ed0d-52e1-4e8b-ac73-77e0b7235c9a" providerId="ADAL" clId="{1E9E03C1-E5D4-4BEC-8EBD-C4DD5262B379}" dt="2026-05-11T12:55:07.728" v="5015"/>
        <pc:sldMasterMkLst>
          <pc:docMk/>
          <pc:sldMasterMk cId="0" sldId="2147483709"/>
        </pc:sldMasterMkLst>
        <pc:sldLayoutChg chg="setBg">
          <pc:chgData name="Leila Iñigo de la Cruz" userId="fae4ed0d-52e1-4e8b-ac73-77e0b7235c9a" providerId="ADAL" clId="{1E9E03C1-E5D4-4BEC-8EBD-C4DD5262B379}" dt="2026-05-11T12:55:07.728" v="5015"/>
          <pc:sldLayoutMkLst>
            <pc:docMk/>
            <pc:sldMasterMk cId="0" sldId="2147483709"/>
            <pc:sldLayoutMk cId="0" sldId="2147483710"/>
          </pc:sldLayoutMkLst>
        </pc:sldLayoutChg>
        <pc:sldLayoutChg chg="del">
          <pc:chgData name="Leila Iñigo de la Cruz" userId="fae4ed0d-52e1-4e8b-ac73-77e0b7235c9a" providerId="ADAL" clId="{1E9E03C1-E5D4-4BEC-8EBD-C4DD5262B379}" dt="2026-05-11T10:55:23.425" v="2808" actId="47"/>
          <pc:sldLayoutMkLst>
            <pc:docMk/>
            <pc:sldMasterMk cId="0" sldId="2147483709"/>
            <pc:sldLayoutMk cId="0" sldId="2147483711"/>
          </pc:sldLayoutMkLst>
        </pc:sldLayoutChg>
        <pc:sldLayoutChg chg="del">
          <pc:chgData name="Leila Iñigo de la Cruz" userId="fae4ed0d-52e1-4e8b-ac73-77e0b7235c9a" providerId="ADAL" clId="{1E9E03C1-E5D4-4BEC-8EBD-C4DD5262B379}" dt="2026-05-11T10:55:23.425" v="2808" actId="47"/>
          <pc:sldLayoutMkLst>
            <pc:docMk/>
            <pc:sldMasterMk cId="0" sldId="2147483709"/>
            <pc:sldLayoutMk cId="0" sldId="2147483712"/>
          </pc:sldLayoutMkLst>
        </pc:sldLayoutChg>
      </pc:sldMasterChg>
      <pc:sldMasterChg chg="setBg delSldLayout modSldLayout">
        <pc:chgData name="Leila Iñigo de la Cruz" userId="fae4ed0d-52e1-4e8b-ac73-77e0b7235c9a" providerId="ADAL" clId="{1E9E03C1-E5D4-4BEC-8EBD-C4DD5262B379}" dt="2026-05-11T12:55:07.728" v="5015"/>
        <pc:sldMasterMkLst>
          <pc:docMk/>
          <pc:sldMasterMk cId="0" sldId="2147483713"/>
        </pc:sldMasterMkLst>
        <pc:sldLayoutChg chg="del">
          <pc:chgData name="Leila Iñigo de la Cruz" userId="fae4ed0d-52e1-4e8b-ac73-77e0b7235c9a" providerId="ADAL" clId="{1E9E03C1-E5D4-4BEC-8EBD-C4DD5262B379}" dt="2026-05-11T10:55:28.862" v="2809" actId="47"/>
          <pc:sldLayoutMkLst>
            <pc:docMk/>
            <pc:sldMasterMk cId="0" sldId="2147483713"/>
            <pc:sldLayoutMk cId="0" sldId="2147483714"/>
          </pc:sldLayoutMkLst>
        </pc:sldLayoutChg>
        <pc:sldLayoutChg chg="del">
          <pc:chgData name="Leila Iñigo de la Cruz" userId="fae4ed0d-52e1-4e8b-ac73-77e0b7235c9a" providerId="ADAL" clId="{1E9E03C1-E5D4-4BEC-8EBD-C4DD5262B379}" dt="2026-05-11T10:55:23.425" v="2808" actId="47"/>
          <pc:sldLayoutMkLst>
            <pc:docMk/>
            <pc:sldMasterMk cId="0" sldId="2147483713"/>
            <pc:sldLayoutMk cId="0" sldId="2147483715"/>
          </pc:sldLayoutMkLst>
        </pc:sldLayoutChg>
        <pc:sldLayoutChg chg="del">
          <pc:chgData name="Leila Iñigo de la Cruz" userId="fae4ed0d-52e1-4e8b-ac73-77e0b7235c9a" providerId="ADAL" clId="{1E9E03C1-E5D4-4BEC-8EBD-C4DD5262B379}" dt="2026-05-11T10:55:23.425" v="2808" actId="47"/>
          <pc:sldLayoutMkLst>
            <pc:docMk/>
            <pc:sldMasterMk cId="0" sldId="2147483713"/>
            <pc:sldLayoutMk cId="0" sldId="2147483716"/>
          </pc:sldLayoutMkLst>
        </pc:sldLayoutChg>
        <pc:sldLayoutChg chg="del">
          <pc:chgData name="Leila Iñigo de la Cruz" userId="fae4ed0d-52e1-4e8b-ac73-77e0b7235c9a" providerId="ADAL" clId="{1E9E03C1-E5D4-4BEC-8EBD-C4DD5262B379}" dt="2026-05-11T10:55:23.425" v="2808" actId="47"/>
          <pc:sldLayoutMkLst>
            <pc:docMk/>
            <pc:sldMasterMk cId="0" sldId="2147483713"/>
            <pc:sldLayoutMk cId="0" sldId="2147483717"/>
          </pc:sldLayoutMkLst>
        </pc:sldLayoutChg>
        <pc:sldLayoutChg chg="setBg">
          <pc:chgData name="Leila Iñigo de la Cruz" userId="fae4ed0d-52e1-4e8b-ac73-77e0b7235c9a" providerId="ADAL" clId="{1E9E03C1-E5D4-4BEC-8EBD-C4DD5262B379}" dt="2026-05-11T12:55:07.728" v="5015"/>
          <pc:sldLayoutMkLst>
            <pc:docMk/>
            <pc:sldMasterMk cId="0" sldId="2147483713"/>
            <pc:sldLayoutMk cId="0" sldId="214748371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40" name="Google Shape;54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a:extLst>
            <a:ext uri="{FF2B5EF4-FFF2-40B4-BE49-F238E27FC236}">
              <a16:creationId xmlns:a16="http://schemas.microsoft.com/office/drawing/2014/main" id="{3CCE1C2E-03CE-AB75-56D9-CDB3B6A87271}"/>
            </a:ext>
          </a:extLst>
        </p:cNvPr>
        <p:cNvGrpSpPr/>
        <p:nvPr/>
      </p:nvGrpSpPr>
      <p:grpSpPr>
        <a:xfrm>
          <a:off x="0" y="0"/>
          <a:ext cx="0" cy="0"/>
          <a:chOff x="0" y="0"/>
          <a:chExt cx="0" cy="0"/>
        </a:xfrm>
      </p:grpSpPr>
      <p:sp>
        <p:nvSpPr>
          <p:cNvPr id="1271" name="Google Shape;1271;p57:notes">
            <a:extLst>
              <a:ext uri="{FF2B5EF4-FFF2-40B4-BE49-F238E27FC236}">
                <a16:creationId xmlns:a16="http://schemas.microsoft.com/office/drawing/2014/main" id="{D1DECB2F-2AFC-03F4-9708-3828A258A7C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2" name="Google Shape;1272;p57:notes">
            <a:extLst>
              <a:ext uri="{FF2B5EF4-FFF2-40B4-BE49-F238E27FC236}">
                <a16:creationId xmlns:a16="http://schemas.microsoft.com/office/drawing/2014/main" id="{7C52FF7C-32FD-0B54-3BA0-8045299589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922953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for super resolution microscopy images </a:t>
            </a:r>
            <a:endParaRPr lang="nl-NL"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smtClean="0">
                <a:solidFill>
                  <a:schemeClr val="dk1"/>
                </a:solidFill>
                <a:latin typeface="Arial"/>
                <a:ea typeface="Arial"/>
                <a:cs typeface="Arial"/>
                <a:sym typeface="Arial"/>
              </a:rPr>
              <a:t>9</a:t>
            </a:fld>
            <a:endParaRPr lang="de-DE"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4465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4171-F952-7AFA-1E3F-17EE6DFF1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A9111-E8FF-7CA8-426A-C3CFB651F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6192F5-B6D5-8E02-2FD8-D05F8818815E}"/>
              </a:ext>
            </a:extLst>
          </p:cNvPr>
          <p:cNvSpPr>
            <a:spLocks noGrp="1"/>
          </p:cNvSpPr>
          <p:nvPr>
            <p:ph type="body" idx="1"/>
          </p:nvPr>
        </p:nvSpPr>
        <p:spPr/>
        <p:txBody>
          <a:bodyPr/>
          <a:lstStyle/>
          <a:p>
            <a:r>
              <a:rPr lang="en-US" dirty="0"/>
              <a:t>Looking for super resolution microscopy images </a:t>
            </a:r>
            <a:endParaRPr lang="nl-NL" dirty="0"/>
          </a:p>
        </p:txBody>
      </p:sp>
      <p:sp>
        <p:nvSpPr>
          <p:cNvPr id="4" name="Slide Number Placeholder 3">
            <a:extLst>
              <a:ext uri="{FF2B5EF4-FFF2-40B4-BE49-F238E27FC236}">
                <a16:creationId xmlns:a16="http://schemas.microsoft.com/office/drawing/2014/main" id="{A8E54EFB-4392-0DFA-94CF-AC7B73D59B0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smtClean="0">
                <a:solidFill>
                  <a:schemeClr val="dk1"/>
                </a:solidFill>
                <a:latin typeface="Arial"/>
                <a:ea typeface="Arial"/>
                <a:cs typeface="Arial"/>
                <a:sym typeface="Arial"/>
              </a:rPr>
              <a:t>10</a:t>
            </a:fld>
            <a:endParaRPr lang="de-DE"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04120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smtClean="0">
                <a:solidFill>
                  <a:schemeClr val="dk1"/>
                </a:solidFill>
                <a:latin typeface="Arial"/>
                <a:ea typeface="Arial"/>
                <a:cs typeface="Arial"/>
                <a:sym typeface="Arial"/>
              </a:rPr>
              <a:t>12</a:t>
            </a:fld>
            <a:endParaRPr lang="de-DE"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49865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smtClean="0">
                <a:solidFill>
                  <a:schemeClr val="dk1"/>
                </a:solidFill>
                <a:latin typeface="Arial"/>
                <a:ea typeface="Arial"/>
                <a:cs typeface="Arial"/>
                <a:sym typeface="Arial"/>
              </a:rPr>
              <a:t>13</a:t>
            </a:fld>
            <a:endParaRPr lang="de-DE"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05588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CE5855EC-BB3A-EB2D-8CB7-04F6A888CDAD}"/>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9701115A-DEBB-39C8-8F0F-A2E7DAF9B1F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dirty="0">
                <a:latin typeface="Inter" panose="020B0604020202020204" charset="0"/>
                <a:ea typeface="Inter" panose="020B0604020202020204" charset="0"/>
              </a:rPr>
              <a:t>Improving landing page of images preview </a:t>
            </a:r>
          </a:p>
          <a:p>
            <a:pPr>
              <a:buFontTx/>
              <a:buChar char="-"/>
            </a:pPr>
            <a:r>
              <a:rPr lang="en-US" sz="1200" b="0" dirty="0">
                <a:latin typeface="Inter" panose="020B0604020202020204" charset="0"/>
                <a:ea typeface="Inter" panose="020B0604020202020204" charset="0"/>
              </a:rPr>
              <a:t>Reuse of datasets by researchers (enriching metadata and on the fly image analysis)</a:t>
            </a:r>
          </a:p>
          <a:p>
            <a:pPr lvl="1">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r>
              <a:rPr lang="en-US" sz="1200" b="0" dirty="0">
                <a:latin typeface="Inter" panose="020B0604020202020204" charset="0"/>
                <a:ea typeface="Inter" panose="020B0604020202020204" charset="0"/>
              </a:rPr>
              <a:t>Researchers integrate their research pipeline with 4tu</a:t>
            </a:r>
          </a:p>
          <a:p>
            <a:endParaRPr lang="en-US" sz="1200" b="1" dirty="0">
              <a:latin typeface="Inter" panose="020B0604020202020204" charset="0"/>
              <a:ea typeface="Inter" panose="020B0604020202020204" charset="0"/>
            </a:endParaRPr>
          </a:p>
          <a:p>
            <a:endParaRPr lang="en-US" sz="1200" b="1" dirty="0">
              <a:latin typeface="Inter" panose="020B0604020202020204" charset="0"/>
              <a:ea typeface="Inter" panose="020B0604020202020204" charset="0"/>
            </a:endParaRPr>
          </a:p>
          <a:p>
            <a:r>
              <a:rPr lang="en-US" sz="1200" b="1" dirty="0">
                <a:latin typeface="Inter" panose="020B0604020202020204" charset="0"/>
                <a:ea typeface="Inter" panose="020B0604020202020204" charset="0"/>
              </a:rPr>
              <a:t>Digital sovereignty through open interoperability</a:t>
            </a:r>
          </a:p>
          <a:p>
            <a:r>
              <a:rPr lang="en-US" b="1" dirty="0"/>
              <a:t>Core message</a:t>
            </a:r>
          </a:p>
          <a:p>
            <a:r>
              <a:rPr lang="en-US" dirty="0"/>
              <a:t>Implementing IIIF allows 4TU.ResearchData to provide advanced image access and visualization using open standards instead of relying on proprietary platforms or vendor-specific viewers.</a:t>
            </a:r>
          </a:p>
          <a:p>
            <a:endParaRPr lang="en-US" dirty="0"/>
          </a:p>
          <a:p>
            <a:endParaRPr lang="en-US" b="1" dirty="0"/>
          </a:p>
          <a:p>
            <a:r>
              <a:rPr lang="en-US" b="1" dirty="0"/>
              <a:t>Open infrastructure ownership: </a:t>
            </a:r>
            <a:r>
              <a:rPr lang="en-US" dirty="0"/>
              <a:t>4TU keeps control over: image storage </a:t>
            </a:r>
          </a:p>
          <a:p>
            <a:r>
              <a:rPr lang="en-US" dirty="0"/>
              <a:t>APIs </a:t>
            </a:r>
          </a:p>
          <a:p>
            <a:r>
              <a:rPr lang="en-US" dirty="0"/>
              <a:t>metadata </a:t>
            </a:r>
          </a:p>
          <a:p>
            <a:r>
              <a:rPr lang="en-US" dirty="0"/>
              <a:t>access policies </a:t>
            </a:r>
          </a:p>
          <a:p>
            <a:r>
              <a:rPr lang="en-US" dirty="0"/>
              <a:t>long-term preservation workflows </a:t>
            </a:r>
          </a:p>
          <a:p>
            <a:r>
              <a:rPr lang="en-US" dirty="0"/>
              <a:t>instead of depending on commercial image hosting ecosystems.</a:t>
            </a:r>
          </a:p>
          <a:p>
            <a:br>
              <a:rPr lang="en-US" dirty="0"/>
            </a:br>
            <a:endParaRPr lang="en-US" dirty="0"/>
          </a:p>
          <a:p>
            <a:r>
              <a:rPr lang="en-US" b="1" dirty="0"/>
              <a:t>Interoperability without lock-in</a:t>
            </a:r>
          </a:p>
          <a:p>
            <a:r>
              <a:rPr lang="en-US" dirty="0"/>
              <a:t>IIIF is internationally adopted by:</a:t>
            </a:r>
          </a:p>
          <a:p>
            <a:r>
              <a:rPr lang="en-US" dirty="0"/>
              <a:t>universities </a:t>
            </a:r>
          </a:p>
          <a:p>
            <a:r>
              <a:rPr lang="en-US" dirty="0"/>
              <a:t>libraries </a:t>
            </a:r>
          </a:p>
          <a:p>
            <a:r>
              <a:rPr lang="en-US" dirty="0"/>
              <a:t>museums </a:t>
            </a:r>
          </a:p>
          <a:p>
            <a:r>
              <a:rPr lang="en-US" dirty="0"/>
              <a:t>archives </a:t>
            </a:r>
          </a:p>
          <a:p>
            <a:r>
              <a:rPr lang="en-US" dirty="0"/>
              <a:t>research infrastructures </a:t>
            </a:r>
          </a:p>
          <a:p>
            <a:r>
              <a:rPr lang="en-US" dirty="0"/>
              <a:t>This means datasets hosted in 4TU can immediately interoperate with external tools and infrastructures without custom integrations.</a:t>
            </a:r>
          </a:p>
          <a:p>
            <a:br>
              <a:rPr lang="en-US" dirty="0"/>
            </a:br>
            <a:endParaRPr lang="en-US" dirty="0"/>
          </a:p>
          <a:p>
            <a:r>
              <a:rPr lang="en-US" b="1" dirty="0"/>
              <a:t>Federated access to research assets</a:t>
            </a:r>
          </a:p>
          <a:p>
            <a:r>
              <a:rPr lang="en-US" dirty="0"/>
              <a:t>Researchers can reuse and aggregate images across institutions while the data physically remains under institutional governance.</a:t>
            </a:r>
          </a:p>
          <a:p>
            <a:r>
              <a:rPr lang="en-US" dirty="0"/>
              <a:t>This strongly aligns with:</a:t>
            </a:r>
          </a:p>
          <a:p>
            <a:r>
              <a:rPr lang="en-US" dirty="0"/>
              <a:t>FAIR principles </a:t>
            </a:r>
          </a:p>
          <a:p>
            <a:r>
              <a:rPr lang="en-US" dirty="0"/>
              <a:t>EOSC-style federation </a:t>
            </a:r>
          </a:p>
          <a:p>
            <a:r>
              <a:rPr lang="en-US" dirty="0"/>
              <a:t>sovereign research infrastructure development in Europe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333C29B7-4132-6B6E-C97B-5455F10946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2923758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CBD38724-D429-A84F-5B14-3C8A4E402D7C}"/>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5D3928BF-5BE6-C6AF-9CB0-638A4B5404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dirty="0">
                <a:latin typeface="Inter" panose="020B0604020202020204" charset="0"/>
                <a:ea typeface="Inter" panose="020B0604020202020204" charset="0"/>
              </a:rPr>
              <a:t>Improving landing page of images preview </a:t>
            </a:r>
          </a:p>
          <a:p>
            <a:pPr>
              <a:buFontTx/>
              <a:buChar char="-"/>
            </a:pPr>
            <a:r>
              <a:rPr lang="en-US" sz="1200" b="0" dirty="0">
                <a:latin typeface="Inter" panose="020B0604020202020204" charset="0"/>
                <a:ea typeface="Inter" panose="020B0604020202020204" charset="0"/>
              </a:rPr>
              <a:t>Reuse of datasets by researchers (enriching metadata and on the fly image analysis)</a:t>
            </a:r>
          </a:p>
          <a:p>
            <a:pPr lvl="1">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r>
              <a:rPr lang="en-US" sz="1200" b="0" dirty="0">
                <a:latin typeface="Inter" panose="020B0604020202020204" charset="0"/>
                <a:ea typeface="Inter" panose="020B0604020202020204" charset="0"/>
              </a:rPr>
              <a:t>Researchers integrate their research pipeline with 4tu</a:t>
            </a:r>
          </a:p>
          <a:p>
            <a:endParaRPr lang="en-US" sz="1200" b="1" dirty="0">
              <a:latin typeface="Inter" panose="020B0604020202020204" charset="0"/>
              <a:ea typeface="Inter" panose="020B0604020202020204" charset="0"/>
            </a:endParaRPr>
          </a:p>
          <a:p>
            <a:endParaRPr lang="en-US" sz="1200" b="1" dirty="0">
              <a:latin typeface="Inter" panose="020B0604020202020204" charset="0"/>
              <a:ea typeface="Inter" panose="020B0604020202020204" charset="0"/>
            </a:endParaRPr>
          </a:p>
          <a:p>
            <a:r>
              <a:rPr lang="en-US" sz="1200" b="1" dirty="0">
                <a:latin typeface="Inter" panose="020B0604020202020204" charset="0"/>
                <a:ea typeface="Inter" panose="020B0604020202020204" charset="0"/>
              </a:rPr>
              <a:t>Digital sovereignty through open interoperability</a:t>
            </a:r>
          </a:p>
          <a:p>
            <a:r>
              <a:rPr lang="en-US" b="1" dirty="0"/>
              <a:t>Core message</a:t>
            </a:r>
          </a:p>
          <a:p>
            <a:r>
              <a:rPr lang="en-US" dirty="0"/>
              <a:t>Implementing IIIF allows 4TU.ResearchData to provide advanced image access and visualization using open standards instead of relying on proprietary platforms or vendor-specific viewers.</a:t>
            </a:r>
          </a:p>
          <a:p>
            <a:endParaRPr lang="en-US" dirty="0"/>
          </a:p>
          <a:p>
            <a:endParaRPr lang="en-US" b="1" dirty="0"/>
          </a:p>
          <a:p>
            <a:r>
              <a:rPr lang="en-US" b="1" dirty="0"/>
              <a:t>Open infrastructure ownership: </a:t>
            </a:r>
            <a:r>
              <a:rPr lang="en-US" dirty="0"/>
              <a:t>4TU keeps control over: image storage </a:t>
            </a:r>
          </a:p>
          <a:p>
            <a:r>
              <a:rPr lang="en-US" dirty="0"/>
              <a:t>APIs </a:t>
            </a:r>
          </a:p>
          <a:p>
            <a:r>
              <a:rPr lang="en-US" dirty="0"/>
              <a:t>metadata </a:t>
            </a:r>
          </a:p>
          <a:p>
            <a:r>
              <a:rPr lang="en-US" dirty="0"/>
              <a:t>access policies </a:t>
            </a:r>
          </a:p>
          <a:p>
            <a:r>
              <a:rPr lang="en-US" dirty="0"/>
              <a:t>long-term preservation workflows </a:t>
            </a:r>
          </a:p>
          <a:p>
            <a:r>
              <a:rPr lang="en-US" dirty="0"/>
              <a:t>instead of depending on commercial image hosting ecosystems.</a:t>
            </a:r>
          </a:p>
          <a:p>
            <a:br>
              <a:rPr lang="en-US" dirty="0"/>
            </a:br>
            <a:endParaRPr lang="en-US" dirty="0"/>
          </a:p>
          <a:p>
            <a:r>
              <a:rPr lang="en-US" b="1" dirty="0"/>
              <a:t>Interoperability without lock-in</a:t>
            </a:r>
          </a:p>
          <a:p>
            <a:r>
              <a:rPr lang="en-US" dirty="0"/>
              <a:t>IIIF is internationally adopted by:</a:t>
            </a:r>
          </a:p>
          <a:p>
            <a:r>
              <a:rPr lang="en-US" dirty="0"/>
              <a:t>universities </a:t>
            </a:r>
          </a:p>
          <a:p>
            <a:r>
              <a:rPr lang="en-US" dirty="0"/>
              <a:t>libraries </a:t>
            </a:r>
          </a:p>
          <a:p>
            <a:r>
              <a:rPr lang="en-US" dirty="0"/>
              <a:t>museums </a:t>
            </a:r>
          </a:p>
          <a:p>
            <a:r>
              <a:rPr lang="en-US" dirty="0"/>
              <a:t>archives </a:t>
            </a:r>
          </a:p>
          <a:p>
            <a:r>
              <a:rPr lang="en-US" dirty="0"/>
              <a:t>research infrastructures </a:t>
            </a:r>
          </a:p>
          <a:p>
            <a:r>
              <a:rPr lang="en-US" dirty="0"/>
              <a:t>This means datasets hosted in 4TU can immediately interoperate with external tools and infrastructures without custom integrations.</a:t>
            </a:r>
          </a:p>
          <a:p>
            <a:br>
              <a:rPr lang="en-US" dirty="0"/>
            </a:br>
            <a:endParaRPr lang="en-US" dirty="0"/>
          </a:p>
          <a:p>
            <a:r>
              <a:rPr lang="en-US" b="1" dirty="0"/>
              <a:t>Federated access to research assets</a:t>
            </a:r>
          </a:p>
          <a:p>
            <a:r>
              <a:rPr lang="en-US" dirty="0"/>
              <a:t>Researchers can reuse and aggregate images across institutions while the data physically remains under institutional governance.</a:t>
            </a:r>
          </a:p>
          <a:p>
            <a:r>
              <a:rPr lang="en-US" dirty="0"/>
              <a:t>This strongly aligns with:</a:t>
            </a:r>
          </a:p>
          <a:p>
            <a:r>
              <a:rPr lang="en-US" dirty="0"/>
              <a:t>FAIR principles </a:t>
            </a:r>
          </a:p>
          <a:p>
            <a:r>
              <a:rPr lang="en-US" dirty="0"/>
              <a:t>EOSC-style federation </a:t>
            </a:r>
          </a:p>
          <a:p>
            <a:r>
              <a:rPr lang="en-US" dirty="0"/>
              <a:t>sovereign research infrastructure development in Europe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DDE08E76-EB26-8E27-1F2C-B72B1A08AD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533202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D5DE6DC5-2265-D40D-BFE0-A3E5B5F157AC}"/>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921B26E8-F039-B1D6-3001-3B9C30E134F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dirty="0">
                <a:latin typeface="Inter" panose="020B0604020202020204" charset="0"/>
                <a:ea typeface="Inter" panose="020B0604020202020204" charset="0"/>
              </a:rPr>
              <a:t>Improving landing page of images preview </a:t>
            </a:r>
          </a:p>
          <a:p>
            <a:pPr>
              <a:buFontTx/>
              <a:buChar char="-"/>
            </a:pPr>
            <a:r>
              <a:rPr lang="en-US" sz="1200" b="0" dirty="0">
                <a:latin typeface="Inter" panose="020B0604020202020204" charset="0"/>
                <a:ea typeface="Inter" panose="020B0604020202020204" charset="0"/>
              </a:rPr>
              <a:t>Reuse of datasets by researchers (enriching metadata and on the fly image analysis)</a:t>
            </a:r>
          </a:p>
          <a:p>
            <a:pPr lvl="1">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r>
              <a:rPr lang="en-US" sz="1200" b="0" dirty="0">
                <a:latin typeface="Inter" panose="020B0604020202020204" charset="0"/>
                <a:ea typeface="Inter" panose="020B0604020202020204" charset="0"/>
              </a:rPr>
              <a:t>Researchers integrate their research pipeline with 4tu</a:t>
            </a:r>
          </a:p>
          <a:p>
            <a:endParaRPr lang="en-US" sz="1200" b="1" dirty="0">
              <a:latin typeface="Inter" panose="020B0604020202020204" charset="0"/>
              <a:ea typeface="Inter" panose="020B0604020202020204" charset="0"/>
            </a:endParaRPr>
          </a:p>
          <a:p>
            <a:endParaRPr lang="en-US" sz="1200" b="1" dirty="0">
              <a:latin typeface="Inter" panose="020B0604020202020204" charset="0"/>
              <a:ea typeface="Inter" panose="020B0604020202020204" charset="0"/>
            </a:endParaRPr>
          </a:p>
          <a:p>
            <a:r>
              <a:rPr lang="en-US" sz="1200" b="1" dirty="0">
                <a:latin typeface="Inter" panose="020B0604020202020204" charset="0"/>
                <a:ea typeface="Inter" panose="020B0604020202020204" charset="0"/>
              </a:rPr>
              <a:t>Digital sovereignty through open interoperability</a:t>
            </a:r>
          </a:p>
          <a:p>
            <a:r>
              <a:rPr lang="en-US" b="1" dirty="0"/>
              <a:t>Core message</a:t>
            </a:r>
          </a:p>
          <a:p>
            <a:r>
              <a:rPr lang="en-US" dirty="0"/>
              <a:t>Implementing IIIF allows 4TU.ResearchData to provide advanced image access and visualization using open standards instead of relying on proprietary platforms or vendor-specific viewers.</a:t>
            </a:r>
          </a:p>
          <a:p>
            <a:endParaRPr lang="en-US" dirty="0"/>
          </a:p>
          <a:p>
            <a:endParaRPr lang="en-US" b="1" dirty="0"/>
          </a:p>
          <a:p>
            <a:r>
              <a:rPr lang="en-US" b="1" dirty="0"/>
              <a:t>Open infrastructure ownership: </a:t>
            </a:r>
            <a:r>
              <a:rPr lang="en-US" dirty="0"/>
              <a:t>4TU keeps control over: image storage </a:t>
            </a:r>
          </a:p>
          <a:p>
            <a:r>
              <a:rPr lang="en-US" dirty="0"/>
              <a:t>APIs </a:t>
            </a:r>
          </a:p>
          <a:p>
            <a:r>
              <a:rPr lang="en-US" dirty="0"/>
              <a:t>metadata </a:t>
            </a:r>
          </a:p>
          <a:p>
            <a:r>
              <a:rPr lang="en-US" dirty="0"/>
              <a:t>access policies </a:t>
            </a:r>
          </a:p>
          <a:p>
            <a:r>
              <a:rPr lang="en-US" dirty="0"/>
              <a:t>long-term preservation workflows </a:t>
            </a:r>
          </a:p>
          <a:p>
            <a:r>
              <a:rPr lang="en-US" dirty="0"/>
              <a:t>instead of depending on commercial image hosting ecosystems.</a:t>
            </a:r>
          </a:p>
          <a:p>
            <a:br>
              <a:rPr lang="en-US" dirty="0"/>
            </a:br>
            <a:endParaRPr lang="en-US" dirty="0"/>
          </a:p>
          <a:p>
            <a:r>
              <a:rPr lang="en-US" b="1" dirty="0"/>
              <a:t>Interoperability without lock-in</a:t>
            </a:r>
          </a:p>
          <a:p>
            <a:r>
              <a:rPr lang="en-US" dirty="0"/>
              <a:t>IIIF is internationally adopted by:</a:t>
            </a:r>
          </a:p>
          <a:p>
            <a:r>
              <a:rPr lang="en-US" dirty="0"/>
              <a:t>universities </a:t>
            </a:r>
          </a:p>
          <a:p>
            <a:r>
              <a:rPr lang="en-US" dirty="0"/>
              <a:t>libraries </a:t>
            </a:r>
          </a:p>
          <a:p>
            <a:r>
              <a:rPr lang="en-US" dirty="0"/>
              <a:t>museums </a:t>
            </a:r>
          </a:p>
          <a:p>
            <a:r>
              <a:rPr lang="en-US" dirty="0"/>
              <a:t>archives </a:t>
            </a:r>
          </a:p>
          <a:p>
            <a:r>
              <a:rPr lang="en-US" dirty="0"/>
              <a:t>research infrastructures </a:t>
            </a:r>
          </a:p>
          <a:p>
            <a:r>
              <a:rPr lang="en-US" dirty="0"/>
              <a:t>This means datasets hosted in 4TU can immediately interoperate with external tools and infrastructures without custom integrations.</a:t>
            </a:r>
          </a:p>
          <a:p>
            <a:br>
              <a:rPr lang="en-US" dirty="0"/>
            </a:br>
            <a:endParaRPr lang="en-US" dirty="0"/>
          </a:p>
          <a:p>
            <a:r>
              <a:rPr lang="en-US" b="1" dirty="0"/>
              <a:t>Federated access to research assets</a:t>
            </a:r>
          </a:p>
          <a:p>
            <a:r>
              <a:rPr lang="en-US" dirty="0"/>
              <a:t>Researchers can reuse and aggregate images across institutions while the data physically remains under institutional governance.</a:t>
            </a:r>
          </a:p>
          <a:p>
            <a:r>
              <a:rPr lang="en-US" dirty="0"/>
              <a:t>This strongly aligns with:</a:t>
            </a:r>
          </a:p>
          <a:p>
            <a:r>
              <a:rPr lang="en-US" dirty="0"/>
              <a:t>FAIR principles </a:t>
            </a:r>
          </a:p>
          <a:p>
            <a:r>
              <a:rPr lang="en-US" dirty="0"/>
              <a:t>EOSC-style federation </a:t>
            </a:r>
          </a:p>
          <a:p>
            <a:r>
              <a:rPr lang="en-US" dirty="0"/>
              <a:t>sovereign research infrastructure development in Europe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C3800398-430D-9BE0-15B3-23C01FEDBE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922789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1DB6FB5B-5BB9-F217-BF34-AC5E29A02D46}"/>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EC269AF7-C86F-6231-A61E-004027D2918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dirty="0">
                <a:latin typeface="Inter" panose="020B0604020202020204" charset="0"/>
                <a:ea typeface="Inter" panose="020B0604020202020204" charset="0"/>
              </a:rPr>
              <a:t>Improving landing page of images preview </a:t>
            </a:r>
          </a:p>
          <a:p>
            <a:pPr>
              <a:buFontTx/>
              <a:buChar char="-"/>
            </a:pPr>
            <a:r>
              <a:rPr lang="en-US" sz="1200" b="0" dirty="0">
                <a:latin typeface="Inter" panose="020B0604020202020204" charset="0"/>
                <a:ea typeface="Inter" panose="020B0604020202020204" charset="0"/>
              </a:rPr>
              <a:t>Reuse of datasets by researchers (enriching metadata and on the fly image analysis)</a:t>
            </a:r>
          </a:p>
          <a:p>
            <a:pPr lvl="1">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r>
              <a:rPr lang="en-US" sz="1200" b="0" dirty="0">
                <a:latin typeface="Inter" panose="020B0604020202020204" charset="0"/>
                <a:ea typeface="Inter" panose="020B0604020202020204" charset="0"/>
              </a:rPr>
              <a:t>Researchers integrate their research pipeline with 4tu</a:t>
            </a:r>
          </a:p>
          <a:p>
            <a:endParaRPr lang="en-US" sz="1200" b="1" dirty="0">
              <a:latin typeface="Inter" panose="020B0604020202020204" charset="0"/>
              <a:ea typeface="Inter" panose="020B0604020202020204" charset="0"/>
            </a:endParaRPr>
          </a:p>
          <a:p>
            <a:endParaRPr lang="en-US" sz="1200" b="1" dirty="0">
              <a:latin typeface="Inter" panose="020B0604020202020204" charset="0"/>
              <a:ea typeface="Inter" panose="020B0604020202020204" charset="0"/>
            </a:endParaRPr>
          </a:p>
          <a:p>
            <a:r>
              <a:rPr lang="en-US" sz="1200" b="1" dirty="0">
                <a:latin typeface="Inter" panose="020B0604020202020204" charset="0"/>
                <a:ea typeface="Inter" panose="020B0604020202020204" charset="0"/>
              </a:rPr>
              <a:t>Digital sovereignty through open interoperability</a:t>
            </a:r>
          </a:p>
          <a:p>
            <a:r>
              <a:rPr lang="en-US" b="1" dirty="0"/>
              <a:t>Core message</a:t>
            </a:r>
          </a:p>
          <a:p>
            <a:r>
              <a:rPr lang="en-US" dirty="0"/>
              <a:t>Implementing IIIF allows 4TU.ResearchData to provide advanced image access and visualization using open standards instead of relying on proprietary platforms or vendor-specific viewers.</a:t>
            </a:r>
          </a:p>
          <a:p>
            <a:endParaRPr lang="en-US" dirty="0"/>
          </a:p>
          <a:p>
            <a:endParaRPr lang="en-US" b="1" dirty="0"/>
          </a:p>
          <a:p>
            <a:r>
              <a:rPr lang="en-US" b="1" dirty="0"/>
              <a:t>Open infrastructure ownership: </a:t>
            </a:r>
            <a:r>
              <a:rPr lang="en-US" dirty="0"/>
              <a:t>4TU keeps control over: image storage </a:t>
            </a:r>
          </a:p>
          <a:p>
            <a:r>
              <a:rPr lang="en-US" dirty="0"/>
              <a:t>APIs </a:t>
            </a:r>
          </a:p>
          <a:p>
            <a:r>
              <a:rPr lang="en-US" dirty="0"/>
              <a:t>metadata </a:t>
            </a:r>
          </a:p>
          <a:p>
            <a:r>
              <a:rPr lang="en-US" dirty="0"/>
              <a:t>access policies </a:t>
            </a:r>
          </a:p>
          <a:p>
            <a:r>
              <a:rPr lang="en-US" dirty="0"/>
              <a:t>long-term preservation workflows </a:t>
            </a:r>
          </a:p>
          <a:p>
            <a:r>
              <a:rPr lang="en-US" dirty="0"/>
              <a:t>instead of depending on commercial image hosting ecosystems.</a:t>
            </a:r>
          </a:p>
          <a:p>
            <a:br>
              <a:rPr lang="en-US" dirty="0"/>
            </a:br>
            <a:endParaRPr lang="en-US" dirty="0"/>
          </a:p>
          <a:p>
            <a:r>
              <a:rPr lang="en-US" b="1" dirty="0"/>
              <a:t>Interoperability without lock-in</a:t>
            </a:r>
          </a:p>
          <a:p>
            <a:r>
              <a:rPr lang="en-US" dirty="0"/>
              <a:t>IIIF is internationally adopted by:</a:t>
            </a:r>
          </a:p>
          <a:p>
            <a:r>
              <a:rPr lang="en-US" dirty="0"/>
              <a:t>universities </a:t>
            </a:r>
          </a:p>
          <a:p>
            <a:r>
              <a:rPr lang="en-US" dirty="0"/>
              <a:t>libraries </a:t>
            </a:r>
          </a:p>
          <a:p>
            <a:r>
              <a:rPr lang="en-US" dirty="0"/>
              <a:t>museums </a:t>
            </a:r>
          </a:p>
          <a:p>
            <a:r>
              <a:rPr lang="en-US" dirty="0"/>
              <a:t>archives </a:t>
            </a:r>
          </a:p>
          <a:p>
            <a:r>
              <a:rPr lang="en-US" dirty="0"/>
              <a:t>research infrastructures </a:t>
            </a:r>
          </a:p>
          <a:p>
            <a:r>
              <a:rPr lang="en-US" dirty="0"/>
              <a:t>This means datasets hosted in 4TU can immediately interoperate with external tools and infrastructures without custom integrations.</a:t>
            </a:r>
          </a:p>
          <a:p>
            <a:br>
              <a:rPr lang="en-US" dirty="0"/>
            </a:br>
            <a:endParaRPr lang="en-US" dirty="0"/>
          </a:p>
          <a:p>
            <a:r>
              <a:rPr lang="en-US" b="1" dirty="0"/>
              <a:t>Federated access to research assets</a:t>
            </a:r>
          </a:p>
          <a:p>
            <a:r>
              <a:rPr lang="en-US" dirty="0"/>
              <a:t>Researchers can reuse and aggregate images across institutions while the data physically remains under institutional governance.</a:t>
            </a:r>
          </a:p>
          <a:p>
            <a:r>
              <a:rPr lang="en-US" dirty="0"/>
              <a:t>This strongly aligns with:</a:t>
            </a:r>
          </a:p>
          <a:p>
            <a:r>
              <a:rPr lang="en-US" dirty="0"/>
              <a:t>FAIR principles </a:t>
            </a:r>
          </a:p>
          <a:p>
            <a:r>
              <a:rPr lang="en-US" dirty="0"/>
              <a:t>EOSC-style federation </a:t>
            </a:r>
          </a:p>
          <a:p>
            <a:r>
              <a:rPr lang="en-US" dirty="0"/>
              <a:t>sovereign research infrastructure development in Europe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34A4619C-7C38-0D9E-00D4-8A4565FA9A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317644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907A3CF9-A713-8880-B740-1AE06FB6F1D0}"/>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71630120-AAF7-D331-7EE7-963414E5B6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dirty="0">
                <a:latin typeface="Inter" panose="020B0604020202020204" charset="0"/>
                <a:ea typeface="Inter" panose="020B0604020202020204" charset="0"/>
              </a:rPr>
              <a:t>Improving landing page of images preview </a:t>
            </a:r>
          </a:p>
          <a:p>
            <a:pPr>
              <a:buFontTx/>
              <a:buChar char="-"/>
            </a:pPr>
            <a:r>
              <a:rPr lang="en-US" sz="1200" b="0" dirty="0">
                <a:latin typeface="Inter" panose="020B0604020202020204" charset="0"/>
                <a:ea typeface="Inter" panose="020B0604020202020204" charset="0"/>
              </a:rPr>
              <a:t>Reuse of datasets by researchers (enriching metadata and on the fly image analysis)</a:t>
            </a:r>
          </a:p>
          <a:p>
            <a:pPr lvl="1">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r>
              <a:rPr lang="en-US" sz="1200" b="0" dirty="0">
                <a:latin typeface="Inter" panose="020B0604020202020204" charset="0"/>
                <a:ea typeface="Inter" panose="020B0604020202020204" charset="0"/>
              </a:rPr>
              <a:t>Researchers integrate their research pipeline with 4tu</a:t>
            </a:r>
          </a:p>
          <a:p>
            <a:endParaRPr lang="en-US" sz="1200" b="1" dirty="0">
              <a:latin typeface="Inter" panose="020B0604020202020204" charset="0"/>
              <a:ea typeface="Inter" panose="020B0604020202020204" charset="0"/>
            </a:endParaRPr>
          </a:p>
          <a:p>
            <a:endParaRPr lang="en-US" sz="1200" b="1" dirty="0">
              <a:latin typeface="Inter" panose="020B0604020202020204" charset="0"/>
              <a:ea typeface="Inter" panose="020B0604020202020204" charset="0"/>
            </a:endParaRPr>
          </a:p>
          <a:p>
            <a:r>
              <a:rPr lang="en-US" sz="1200" b="1" dirty="0">
                <a:latin typeface="Inter" panose="020B0604020202020204" charset="0"/>
                <a:ea typeface="Inter" panose="020B0604020202020204" charset="0"/>
              </a:rPr>
              <a:t>Digital sovereignty through open interoperability</a:t>
            </a:r>
          </a:p>
          <a:p>
            <a:r>
              <a:rPr lang="en-US" b="1" dirty="0"/>
              <a:t>Core message</a:t>
            </a:r>
          </a:p>
          <a:p>
            <a:r>
              <a:rPr lang="en-US" dirty="0"/>
              <a:t>Implementing IIIF allows 4TU.ResearchData to provide advanced image access and visualization using open standards instead of relying on proprietary platforms or vendor-specific viewers.</a:t>
            </a:r>
          </a:p>
          <a:p>
            <a:endParaRPr lang="en-US" dirty="0"/>
          </a:p>
          <a:p>
            <a:endParaRPr lang="en-US" b="1" dirty="0"/>
          </a:p>
          <a:p>
            <a:r>
              <a:rPr lang="en-US" b="1" dirty="0"/>
              <a:t>Open infrastructure ownership: </a:t>
            </a:r>
            <a:r>
              <a:rPr lang="en-US" dirty="0"/>
              <a:t>4TU keeps control over: image storage </a:t>
            </a:r>
          </a:p>
          <a:p>
            <a:r>
              <a:rPr lang="en-US" dirty="0"/>
              <a:t>APIs </a:t>
            </a:r>
          </a:p>
          <a:p>
            <a:r>
              <a:rPr lang="en-US" dirty="0"/>
              <a:t>metadata </a:t>
            </a:r>
          </a:p>
          <a:p>
            <a:r>
              <a:rPr lang="en-US" dirty="0"/>
              <a:t>access policies </a:t>
            </a:r>
          </a:p>
          <a:p>
            <a:r>
              <a:rPr lang="en-US" dirty="0"/>
              <a:t>long-term preservation workflows </a:t>
            </a:r>
          </a:p>
          <a:p>
            <a:r>
              <a:rPr lang="en-US" dirty="0"/>
              <a:t>instead of depending on commercial image hosting ecosystems.</a:t>
            </a:r>
          </a:p>
          <a:p>
            <a:br>
              <a:rPr lang="en-US" dirty="0"/>
            </a:br>
            <a:endParaRPr lang="en-US" dirty="0"/>
          </a:p>
          <a:p>
            <a:r>
              <a:rPr lang="en-US" b="1" dirty="0"/>
              <a:t>Interoperability without lock-in</a:t>
            </a:r>
          </a:p>
          <a:p>
            <a:r>
              <a:rPr lang="en-US" dirty="0"/>
              <a:t>IIIF is internationally adopted by:</a:t>
            </a:r>
          </a:p>
          <a:p>
            <a:r>
              <a:rPr lang="en-US" dirty="0"/>
              <a:t>universities </a:t>
            </a:r>
          </a:p>
          <a:p>
            <a:r>
              <a:rPr lang="en-US" dirty="0"/>
              <a:t>libraries </a:t>
            </a:r>
          </a:p>
          <a:p>
            <a:r>
              <a:rPr lang="en-US" dirty="0"/>
              <a:t>museums </a:t>
            </a:r>
          </a:p>
          <a:p>
            <a:r>
              <a:rPr lang="en-US" dirty="0"/>
              <a:t>archives </a:t>
            </a:r>
          </a:p>
          <a:p>
            <a:r>
              <a:rPr lang="en-US" dirty="0"/>
              <a:t>research infrastructures </a:t>
            </a:r>
          </a:p>
          <a:p>
            <a:r>
              <a:rPr lang="en-US" dirty="0"/>
              <a:t>This means datasets hosted in 4TU can immediately interoperate with external tools and infrastructures without custom integrations.</a:t>
            </a:r>
          </a:p>
          <a:p>
            <a:br>
              <a:rPr lang="en-US" dirty="0"/>
            </a:br>
            <a:endParaRPr lang="en-US" dirty="0"/>
          </a:p>
          <a:p>
            <a:r>
              <a:rPr lang="en-US" b="1" dirty="0"/>
              <a:t>Federated access to research assets</a:t>
            </a:r>
          </a:p>
          <a:p>
            <a:r>
              <a:rPr lang="en-US" dirty="0"/>
              <a:t>Researchers can reuse and aggregate images across institutions while the data physically remains under institutional governance.</a:t>
            </a:r>
          </a:p>
          <a:p>
            <a:r>
              <a:rPr lang="en-US" dirty="0"/>
              <a:t>This strongly aligns with:</a:t>
            </a:r>
          </a:p>
          <a:p>
            <a:r>
              <a:rPr lang="en-US" dirty="0"/>
              <a:t>FAIR principles </a:t>
            </a:r>
          </a:p>
          <a:p>
            <a:r>
              <a:rPr lang="en-US" dirty="0"/>
              <a:t>EOSC-style federation </a:t>
            </a:r>
          </a:p>
          <a:p>
            <a:r>
              <a:rPr lang="en-US" dirty="0"/>
              <a:t>sovereign research infrastructure development in Europe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9E1ACA57-EE0A-D67C-8DE5-64ED852655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318576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8DDA898F-3053-6FCF-7094-0A48D968D690}"/>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B1A18342-7263-27C4-0CA9-D974D41E8F5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dirty="0">
                <a:latin typeface="Inter" panose="020B0604020202020204" charset="0"/>
                <a:ea typeface="Inter" panose="020B0604020202020204" charset="0"/>
              </a:rPr>
              <a:t>Improving landing page of images preview </a:t>
            </a:r>
          </a:p>
          <a:p>
            <a:pPr>
              <a:buFontTx/>
              <a:buChar char="-"/>
            </a:pPr>
            <a:r>
              <a:rPr lang="en-US" sz="1200" b="0" dirty="0">
                <a:latin typeface="Inter" panose="020B0604020202020204" charset="0"/>
                <a:ea typeface="Inter" panose="020B0604020202020204" charset="0"/>
              </a:rPr>
              <a:t>Reuse of datasets by researchers (enriching metadata and on the fly image analysis)</a:t>
            </a:r>
          </a:p>
          <a:p>
            <a:pPr lvl="1">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r>
              <a:rPr lang="en-US" sz="1200" b="0" dirty="0">
                <a:latin typeface="Inter" panose="020B0604020202020204" charset="0"/>
                <a:ea typeface="Inter" panose="020B0604020202020204" charset="0"/>
              </a:rPr>
              <a:t>Researchers integrate their research pipeline with 4tu</a:t>
            </a:r>
          </a:p>
          <a:p>
            <a:endParaRPr lang="en-US" sz="1200" b="1" dirty="0">
              <a:latin typeface="Inter" panose="020B0604020202020204" charset="0"/>
              <a:ea typeface="Inter" panose="020B0604020202020204" charset="0"/>
            </a:endParaRPr>
          </a:p>
          <a:p>
            <a:endParaRPr lang="en-US" sz="1200" b="1" dirty="0">
              <a:latin typeface="Inter" panose="020B0604020202020204" charset="0"/>
              <a:ea typeface="Inter" panose="020B0604020202020204" charset="0"/>
            </a:endParaRPr>
          </a:p>
          <a:p>
            <a:r>
              <a:rPr lang="en-US" sz="1200" b="1" dirty="0">
                <a:latin typeface="Inter" panose="020B0604020202020204" charset="0"/>
                <a:ea typeface="Inter" panose="020B0604020202020204" charset="0"/>
              </a:rPr>
              <a:t>Digital sovereignty through open interoperability</a:t>
            </a:r>
          </a:p>
          <a:p>
            <a:r>
              <a:rPr lang="en-US" b="1" dirty="0"/>
              <a:t>Core message</a:t>
            </a:r>
          </a:p>
          <a:p>
            <a:r>
              <a:rPr lang="en-US" dirty="0"/>
              <a:t>Implementing IIIF allows 4TU.ResearchData to provide advanced image access and visualization using open standards instead of relying on proprietary platforms or vendor-specific viewers.</a:t>
            </a:r>
          </a:p>
          <a:p>
            <a:endParaRPr lang="en-US" dirty="0"/>
          </a:p>
          <a:p>
            <a:endParaRPr lang="en-US" b="1" dirty="0"/>
          </a:p>
          <a:p>
            <a:r>
              <a:rPr lang="en-US" b="1" dirty="0"/>
              <a:t>Open infrastructure ownership: </a:t>
            </a:r>
            <a:r>
              <a:rPr lang="en-US" dirty="0"/>
              <a:t>4TU keeps control over: image storage </a:t>
            </a:r>
          </a:p>
          <a:p>
            <a:r>
              <a:rPr lang="en-US" dirty="0"/>
              <a:t>APIs </a:t>
            </a:r>
          </a:p>
          <a:p>
            <a:r>
              <a:rPr lang="en-US" dirty="0"/>
              <a:t>metadata </a:t>
            </a:r>
          </a:p>
          <a:p>
            <a:r>
              <a:rPr lang="en-US" dirty="0"/>
              <a:t>access policies </a:t>
            </a:r>
          </a:p>
          <a:p>
            <a:r>
              <a:rPr lang="en-US" dirty="0"/>
              <a:t>long-term preservation workflows </a:t>
            </a:r>
          </a:p>
          <a:p>
            <a:r>
              <a:rPr lang="en-US" dirty="0"/>
              <a:t>instead of depending on commercial image hosting ecosystems.</a:t>
            </a:r>
          </a:p>
          <a:p>
            <a:br>
              <a:rPr lang="en-US" dirty="0"/>
            </a:br>
            <a:endParaRPr lang="en-US" dirty="0"/>
          </a:p>
          <a:p>
            <a:r>
              <a:rPr lang="en-US" b="1" dirty="0"/>
              <a:t>Interoperability without lock-in</a:t>
            </a:r>
          </a:p>
          <a:p>
            <a:r>
              <a:rPr lang="en-US" dirty="0"/>
              <a:t>IIIF is internationally adopted by:</a:t>
            </a:r>
          </a:p>
          <a:p>
            <a:r>
              <a:rPr lang="en-US" dirty="0"/>
              <a:t>universities </a:t>
            </a:r>
          </a:p>
          <a:p>
            <a:r>
              <a:rPr lang="en-US" dirty="0"/>
              <a:t>libraries </a:t>
            </a:r>
          </a:p>
          <a:p>
            <a:r>
              <a:rPr lang="en-US" dirty="0"/>
              <a:t>museums </a:t>
            </a:r>
          </a:p>
          <a:p>
            <a:r>
              <a:rPr lang="en-US" dirty="0"/>
              <a:t>archives </a:t>
            </a:r>
          </a:p>
          <a:p>
            <a:r>
              <a:rPr lang="en-US" dirty="0"/>
              <a:t>research infrastructures </a:t>
            </a:r>
          </a:p>
          <a:p>
            <a:r>
              <a:rPr lang="en-US" dirty="0"/>
              <a:t>This means datasets hosted in 4TU can immediately interoperate with external tools and infrastructures without custom integrations.</a:t>
            </a:r>
          </a:p>
          <a:p>
            <a:br>
              <a:rPr lang="en-US" dirty="0"/>
            </a:br>
            <a:endParaRPr lang="en-US" dirty="0"/>
          </a:p>
          <a:p>
            <a:r>
              <a:rPr lang="en-US" b="1" dirty="0"/>
              <a:t>Federated access to research assets</a:t>
            </a:r>
          </a:p>
          <a:p>
            <a:r>
              <a:rPr lang="en-US" dirty="0"/>
              <a:t>Researchers can reuse and aggregate images across institutions while the data physically remains under institutional governance.</a:t>
            </a:r>
          </a:p>
          <a:p>
            <a:r>
              <a:rPr lang="en-US" dirty="0"/>
              <a:t>This strongly aligns with:</a:t>
            </a:r>
          </a:p>
          <a:p>
            <a:r>
              <a:rPr lang="en-US" dirty="0"/>
              <a:t>FAIR principles </a:t>
            </a:r>
          </a:p>
          <a:p>
            <a:r>
              <a:rPr lang="en-US" dirty="0"/>
              <a:t>EOSC-style federation </a:t>
            </a:r>
          </a:p>
          <a:p>
            <a:r>
              <a:rPr lang="en-US" dirty="0"/>
              <a:t>sovereign research infrastructure development in Europe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D09B4E02-E724-E43E-AAF2-3617A3F8A8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339844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BC13EA6F-A279-B06B-128C-C18965503A54}"/>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BA4A538F-7BA2-3751-43BE-20CFDE57D1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Tx/>
              <a:buChar char="-"/>
            </a:pPr>
            <a:r>
              <a:rPr lang="en-US" sz="1200" b="0" dirty="0">
                <a:latin typeface="Inter" panose="020B0604020202020204" charset="0"/>
                <a:ea typeface="Inter" panose="020B0604020202020204" charset="0"/>
              </a:rPr>
              <a:t>Improving landing page of images preview </a:t>
            </a:r>
          </a:p>
          <a:p>
            <a:pPr>
              <a:buFontTx/>
              <a:buChar char="-"/>
            </a:pPr>
            <a:r>
              <a:rPr lang="en-US" sz="1200" b="0" dirty="0">
                <a:latin typeface="Inter" panose="020B0604020202020204" charset="0"/>
                <a:ea typeface="Inter" panose="020B0604020202020204" charset="0"/>
              </a:rPr>
              <a:t>Reuse of datasets by researchers (enriching metadata and on the fly image analysis)</a:t>
            </a:r>
          </a:p>
          <a:p>
            <a:pPr lvl="1">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r>
              <a:rPr lang="en-US" sz="1200" b="0" dirty="0">
                <a:latin typeface="Inter" panose="020B0604020202020204" charset="0"/>
                <a:ea typeface="Inter" panose="020B0604020202020204" charset="0"/>
              </a:rPr>
              <a:t>Researchers integrate their research pipeline with 4tu</a:t>
            </a:r>
          </a:p>
          <a:p>
            <a:endParaRPr lang="en-US" sz="1200" b="1" dirty="0">
              <a:latin typeface="Inter" panose="020B0604020202020204" charset="0"/>
              <a:ea typeface="Inter" panose="020B0604020202020204" charset="0"/>
            </a:endParaRPr>
          </a:p>
          <a:p>
            <a:endParaRPr lang="en-US" sz="1200" b="1" dirty="0">
              <a:latin typeface="Inter" panose="020B0604020202020204" charset="0"/>
              <a:ea typeface="Inter" panose="020B0604020202020204" charset="0"/>
            </a:endParaRPr>
          </a:p>
          <a:p>
            <a:r>
              <a:rPr lang="en-US" sz="1200" b="1" dirty="0">
                <a:latin typeface="Inter" panose="020B0604020202020204" charset="0"/>
                <a:ea typeface="Inter" panose="020B0604020202020204" charset="0"/>
              </a:rPr>
              <a:t>Digital sovereignty through open interoperability</a:t>
            </a:r>
          </a:p>
          <a:p>
            <a:r>
              <a:rPr lang="en-US" b="1" dirty="0"/>
              <a:t>Core message</a:t>
            </a:r>
          </a:p>
          <a:p>
            <a:r>
              <a:rPr lang="en-US" dirty="0"/>
              <a:t>Implementing IIIF allows 4TU.ResearchData to provide advanced image access and visualization using open standards instead of relying on proprietary platforms or vendor-specific viewers.</a:t>
            </a:r>
          </a:p>
          <a:p>
            <a:endParaRPr lang="en-US" dirty="0"/>
          </a:p>
          <a:p>
            <a:endParaRPr lang="en-US" b="1" dirty="0"/>
          </a:p>
          <a:p>
            <a:r>
              <a:rPr lang="en-US" b="1" dirty="0"/>
              <a:t>Open infrastructure ownership: </a:t>
            </a:r>
            <a:r>
              <a:rPr lang="en-US" dirty="0"/>
              <a:t>4TU keeps control over: image storage </a:t>
            </a:r>
          </a:p>
          <a:p>
            <a:r>
              <a:rPr lang="en-US" dirty="0"/>
              <a:t>APIs </a:t>
            </a:r>
          </a:p>
          <a:p>
            <a:r>
              <a:rPr lang="en-US" dirty="0"/>
              <a:t>metadata </a:t>
            </a:r>
          </a:p>
          <a:p>
            <a:r>
              <a:rPr lang="en-US" dirty="0"/>
              <a:t>access policies </a:t>
            </a:r>
          </a:p>
          <a:p>
            <a:r>
              <a:rPr lang="en-US" dirty="0"/>
              <a:t>long-term preservation workflows </a:t>
            </a:r>
          </a:p>
          <a:p>
            <a:r>
              <a:rPr lang="en-US" dirty="0"/>
              <a:t>instead of depending on commercial image hosting ecosystems.</a:t>
            </a:r>
          </a:p>
          <a:p>
            <a:br>
              <a:rPr lang="en-US" dirty="0"/>
            </a:br>
            <a:endParaRPr lang="en-US" dirty="0"/>
          </a:p>
          <a:p>
            <a:r>
              <a:rPr lang="en-US" b="1" dirty="0"/>
              <a:t>Interoperability without lock-in</a:t>
            </a:r>
          </a:p>
          <a:p>
            <a:r>
              <a:rPr lang="en-US" dirty="0"/>
              <a:t>IIIF is internationally adopted by:</a:t>
            </a:r>
          </a:p>
          <a:p>
            <a:r>
              <a:rPr lang="en-US" dirty="0"/>
              <a:t>universities </a:t>
            </a:r>
          </a:p>
          <a:p>
            <a:r>
              <a:rPr lang="en-US" dirty="0"/>
              <a:t>libraries </a:t>
            </a:r>
          </a:p>
          <a:p>
            <a:r>
              <a:rPr lang="en-US" dirty="0"/>
              <a:t>museums </a:t>
            </a:r>
          </a:p>
          <a:p>
            <a:r>
              <a:rPr lang="en-US" dirty="0"/>
              <a:t>archives </a:t>
            </a:r>
          </a:p>
          <a:p>
            <a:r>
              <a:rPr lang="en-US" dirty="0"/>
              <a:t>research infrastructures </a:t>
            </a:r>
          </a:p>
          <a:p>
            <a:r>
              <a:rPr lang="en-US" dirty="0"/>
              <a:t>This means datasets hosted in 4TU can immediately interoperate with external tools and infrastructures without custom integrations.</a:t>
            </a:r>
          </a:p>
          <a:p>
            <a:br>
              <a:rPr lang="en-US" dirty="0"/>
            </a:br>
            <a:endParaRPr lang="en-US" dirty="0"/>
          </a:p>
          <a:p>
            <a:r>
              <a:rPr lang="en-US" b="1" dirty="0"/>
              <a:t>Federated access to research assets</a:t>
            </a:r>
          </a:p>
          <a:p>
            <a:r>
              <a:rPr lang="en-US" dirty="0"/>
              <a:t>Researchers can reuse and aggregate images across institutions while the data physically remains under institutional governance.</a:t>
            </a:r>
          </a:p>
          <a:p>
            <a:r>
              <a:rPr lang="en-US" dirty="0"/>
              <a:t>This strongly aligns with:</a:t>
            </a:r>
          </a:p>
          <a:p>
            <a:r>
              <a:rPr lang="en-US" dirty="0"/>
              <a:t>FAIR principles </a:t>
            </a:r>
          </a:p>
          <a:p>
            <a:r>
              <a:rPr lang="en-US" dirty="0"/>
              <a:t>EOSC-style federation </a:t>
            </a:r>
          </a:p>
          <a:p>
            <a:r>
              <a:rPr lang="en-US" dirty="0"/>
              <a:t>sovereign research infrastructure development in Europe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2680E528-9621-0F84-BE16-0A3EB91E0F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569674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CE1BA320-1ECC-2803-10E2-B8306CAB4C35}"/>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868F793E-F7D8-A1B6-5F8C-1B02E3BFB1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1" dirty="0"/>
              <a:t>2. Improving research quality through reusable and collaborative image infrastructures</a:t>
            </a:r>
          </a:p>
          <a:p>
            <a:r>
              <a:rPr lang="en-US" b="1" dirty="0"/>
              <a:t>Core message</a:t>
            </a:r>
          </a:p>
          <a:p>
            <a:r>
              <a:rPr lang="en-US" dirty="0"/>
              <a:t>IIIF transforms images from static downloadable files into reusable research objects that can be explored, annotated, compared, and integrated across scientific communities.</a:t>
            </a:r>
          </a:p>
          <a:p>
            <a:br>
              <a:rPr lang="en-US" dirty="0"/>
            </a:br>
            <a:endParaRPr lang="en-US" dirty="0"/>
          </a:p>
          <a:p>
            <a:r>
              <a:rPr lang="en-US" b="1" dirty="0"/>
              <a:t>Why this matters strategically</a:t>
            </a:r>
          </a:p>
          <a:p>
            <a:r>
              <a:rPr lang="en-US" b="1" dirty="0"/>
              <a:t>Better scientific reproducibility</a:t>
            </a:r>
          </a:p>
          <a:p>
            <a:r>
              <a:rPr lang="en-US" dirty="0"/>
              <a:t>Researchers can:</a:t>
            </a:r>
          </a:p>
          <a:p>
            <a:r>
              <a:rPr lang="en-US" dirty="0"/>
              <a:t>access exact image regions </a:t>
            </a:r>
          </a:p>
          <a:p>
            <a:r>
              <a:rPr lang="en-US" dirty="0"/>
              <a:t>reference persistent image coordinates </a:t>
            </a:r>
          </a:p>
          <a:p>
            <a:r>
              <a:rPr lang="en-US" dirty="0"/>
              <a:t>compare datasets remotely </a:t>
            </a:r>
          </a:p>
          <a:p>
            <a:r>
              <a:rPr lang="en-US" dirty="0"/>
              <a:t>reuse images in computational workflows </a:t>
            </a:r>
          </a:p>
          <a:p>
            <a:r>
              <a:rPr lang="en-US" dirty="0"/>
              <a:t>without duplicating massive files.</a:t>
            </a:r>
          </a:p>
          <a:p>
            <a:r>
              <a:rPr lang="en-US" dirty="0"/>
              <a:t>This improves:</a:t>
            </a:r>
          </a:p>
          <a:p>
            <a:r>
              <a:rPr lang="en-US" dirty="0"/>
              <a:t>transparency </a:t>
            </a:r>
          </a:p>
          <a:p>
            <a:r>
              <a:rPr lang="en-US" dirty="0"/>
              <a:t>reproducibility </a:t>
            </a:r>
          </a:p>
          <a:p>
            <a:r>
              <a:rPr lang="en-US" dirty="0"/>
              <a:t>traceability </a:t>
            </a:r>
          </a:p>
          <a:p>
            <a:br>
              <a:rPr lang="en-US" dirty="0"/>
            </a:br>
            <a:endParaRPr lang="en-US" dirty="0"/>
          </a:p>
          <a:p>
            <a:r>
              <a:rPr lang="en-US" b="1" dirty="0"/>
              <a:t>Cross-disciplinary collaboration</a:t>
            </a:r>
          </a:p>
          <a:p>
            <a:r>
              <a:rPr lang="en-US" dirty="0"/>
              <a:t>IIIF creates a shared language for image access across domains such as:</a:t>
            </a:r>
          </a:p>
          <a:p>
            <a:r>
              <a:rPr lang="en-US" dirty="0"/>
              <a:t>microscopy </a:t>
            </a:r>
          </a:p>
          <a:p>
            <a:r>
              <a:rPr lang="en-US" dirty="0"/>
              <a:t>heritage science </a:t>
            </a:r>
          </a:p>
          <a:p>
            <a:r>
              <a:rPr lang="en-US" dirty="0"/>
              <a:t>ecology </a:t>
            </a:r>
          </a:p>
          <a:p>
            <a:r>
              <a:rPr lang="en-US" dirty="0"/>
              <a:t>medical imaging </a:t>
            </a:r>
          </a:p>
          <a:p>
            <a:r>
              <a:rPr lang="en-US" dirty="0"/>
              <a:t>remote sensing </a:t>
            </a:r>
          </a:p>
          <a:p>
            <a:r>
              <a:rPr lang="en-US" dirty="0"/>
              <a:t>This facilitates partnerships between:</a:t>
            </a:r>
          </a:p>
          <a:p>
            <a:r>
              <a:rPr lang="en-US" dirty="0"/>
              <a:t>institutions </a:t>
            </a:r>
          </a:p>
          <a:p>
            <a:r>
              <a:rPr lang="en-US" dirty="0"/>
              <a:t>repositories </a:t>
            </a:r>
          </a:p>
          <a:p>
            <a:r>
              <a:rPr lang="en-US" dirty="0"/>
              <a:t>software developers </a:t>
            </a:r>
          </a:p>
          <a:p>
            <a:r>
              <a:rPr lang="en-US" dirty="0"/>
              <a:t>scientific communities </a:t>
            </a:r>
          </a:p>
          <a:p>
            <a:br>
              <a:rPr lang="en-US" dirty="0"/>
            </a:br>
            <a:endParaRPr lang="en-US" dirty="0"/>
          </a:p>
          <a:p>
            <a:r>
              <a:rPr lang="en-US" b="1" dirty="0"/>
              <a:t>Community-driven ecosystem</a:t>
            </a:r>
          </a:p>
          <a:p>
            <a:r>
              <a:rPr lang="en-US" dirty="0"/>
              <a:t>IIIF is not just a technical standard; it is a large international community.</a:t>
            </a:r>
          </a:p>
          <a:p>
            <a:r>
              <a:rPr lang="en-US" dirty="0"/>
              <a:t>By implementing IIIF, 4TU becomes part of:</a:t>
            </a:r>
          </a:p>
          <a:p>
            <a:r>
              <a:rPr lang="en-US" dirty="0"/>
              <a:t>shared tooling ecosystems </a:t>
            </a:r>
          </a:p>
          <a:p>
            <a:r>
              <a:rPr lang="en-US" dirty="0"/>
              <a:t>viewer development communities </a:t>
            </a:r>
          </a:p>
          <a:p>
            <a:r>
              <a:rPr lang="en-US" dirty="0"/>
              <a:t>interoperability initiatives </a:t>
            </a:r>
          </a:p>
          <a:p>
            <a:r>
              <a:rPr lang="en-US" dirty="0"/>
              <a:t>collaborative infrastructure efforts </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2D697B69-A8DE-93DA-86F1-4C94414A09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694378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300C8D05-5BEE-A943-570F-F5578D1BDEB7}"/>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0C0E931D-4561-0F49-1395-D94CDD7366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r>
              <a:rPr lang="en-US" dirty="0"/>
              <a:t>before going here I can show a picture of the landing page of 4tu to explain the repository and the type of data we have</a:t>
            </a:r>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291552C6-9C8A-AEBE-640D-7554212EC6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831851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DF8C76AC-8907-8976-2E4E-0AC7D9C22CDC}"/>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8159FA3C-3705-F0C6-C4AD-5325744017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5648AEFA-6924-BB91-BFF0-E629719FFC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943793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C849AAF6-E28F-BE5C-8A8A-3FE53D459ECD}"/>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EB61539B-0946-AD06-B258-9E74999791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AB016B49-1ABE-9C46-7F30-782E3A70D7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788980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92AEDA56-CC03-2FBC-D2D0-A15DF69CB0D6}"/>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032BFE03-FD27-18FB-7377-57D2B7236A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5305C873-1F7A-247D-C23B-E708F47485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148410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5B38BE61-4481-89C1-131D-692127E013E5}"/>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D88B0163-463C-C96D-7A6B-E6C8580B9B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a:p>
            <a:pPr marL="0" lvl="0" indent="0" algn="l" rtl="0">
              <a:lnSpc>
                <a:spcPct val="100000"/>
              </a:lnSpc>
              <a:spcBef>
                <a:spcPts val="0"/>
              </a:spcBef>
              <a:spcAft>
                <a:spcPts val="0"/>
              </a:spcAft>
              <a:buSzPts val="1400"/>
              <a:buNone/>
            </a:pPr>
            <a:r>
              <a:rPr lang="en-US" dirty="0"/>
              <a:t>For now is fixed metadata , but we see value on enriching manifests on demand with more metadata like time coverage, geospatial location , related publications, and any other domain specific metadata , specific for the reuse purpose of the dataset. </a:t>
            </a:r>
            <a:endParaRPr dirty="0"/>
          </a:p>
        </p:txBody>
      </p:sp>
      <p:sp>
        <p:nvSpPr>
          <p:cNvPr id="547" name="Google Shape;547;p2:notes">
            <a:extLst>
              <a:ext uri="{FF2B5EF4-FFF2-40B4-BE49-F238E27FC236}">
                <a16:creationId xmlns:a16="http://schemas.microsoft.com/office/drawing/2014/main" id="{7890EF40-624A-4D4D-E120-D964C429DD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882271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43BE8FE6-4585-E740-7D73-425546186F3E}"/>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F9C0DD58-13CD-11F2-BF57-89F84B3D923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a:p>
            <a:pPr marL="0" lvl="0" indent="0" algn="l" rtl="0">
              <a:lnSpc>
                <a:spcPct val="100000"/>
              </a:lnSpc>
              <a:spcBef>
                <a:spcPts val="0"/>
              </a:spcBef>
              <a:spcAft>
                <a:spcPts val="0"/>
              </a:spcAft>
              <a:buSzPts val="1400"/>
              <a:buNone/>
            </a:pPr>
            <a:r>
              <a:rPr lang="en-US" dirty="0"/>
              <a:t>For now is fixed metadata , but we see value on enriching manifests on demand with more metadata like time coverage, geospatial location , related publications, and any other domain specific metadata , specific for the reuse purpose of the dataset. </a:t>
            </a:r>
            <a:endParaRPr dirty="0"/>
          </a:p>
        </p:txBody>
      </p:sp>
      <p:sp>
        <p:nvSpPr>
          <p:cNvPr id="547" name="Google Shape;547;p2:notes">
            <a:extLst>
              <a:ext uri="{FF2B5EF4-FFF2-40B4-BE49-F238E27FC236}">
                <a16:creationId xmlns:a16="http://schemas.microsoft.com/office/drawing/2014/main" id="{FC37DC3D-500F-C992-469B-AF998C41C8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40591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E60133F4-78AC-A4BF-5B9B-A48D679706C7}"/>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B26EE8A2-6A27-6F46-3F3E-EDED00C4A3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p:txBody>
      </p:sp>
      <p:sp>
        <p:nvSpPr>
          <p:cNvPr id="547" name="Google Shape;547;p2:notes">
            <a:extLst>
              <a:ext uri="{FF2B5EF4-FFF2-40B4-BE49-F238E27FC236}">
                <a16:creationId xmlns:a16="http://schemas.microsoft.com/office/drawing/2014/main" id="{EDC80DA0-F5D2-B96E-F1FD-E68540D98B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3073002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5D953D67-1A32-D915-D1EC-245DA6359625}"/>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B1167EB6-A0FB-4626-4A0B-B0FCB9F556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p:txBody>
      </p:sp>
      <p:sp>
        <p:nvSpPr>
          <p:cNvPr id="547" name="Google Shape;547;p2:notes">
            <a:extLst>
              <a:ext uri="{FF2B5EF4-FFF2-40B4-BE49-F238E27FC236}">
                <a16:creationId xmlns:a16="http://schemas.microsoft.com/office/drawing/2014/main" id="{E6CA29F4-32C4-B1B9-EE54-6187ECF929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3072606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C5007DE4-BF9C-D563-20A4-D600B4D39033}"/>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8C6025B4-2054-BDD3-93EF-322984F698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p:txBody>
      </p:sp>
      <p:sp>
        <p:nvSpPr>
          <p:cNvPr id="547" name="Google Shape;547;p2:notes">
            <a:extLst>
              <a:ext uri="{FF2B5EF4-FFF2-40B4-BE49-F238E27FC236}">
                <a16:creationId xmlns:a16="http://schemas.microsoft.com/office/drawing/2014/main" id="{7968147C-BBA2-4429-40E6-E6522D1CD1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236890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B3587C07-746E-CC75-BAFB-F15DB7B18A64}"/>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125D439E-4C08-D303-B504-11BB3F1445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p:txBody>
      </p:sp>
      <p:sp>
        <p:nvSpPr>
          <p:cNvPr id="547" name="Google Shape;547;p2:notes">
            <a:extLst>
              <a:ext uri="{FF2B5EF4-FFF2-40B4-BE49-F238E27FC236}">
                <a16:creationId xmlns:a16="http://schemas.microsoft.com/office/drawing/2014/main" id="{EB61ACB1-BDE6-BB4E-6EE5-65AB21DF8B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2490003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3D7E1102-FC62-D5E3-5845-E5614B31CF99}"/>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6FEFC036-17FF-A882-BC1E-C69EF2C95A2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r>
              <a:rPr lang="en-US" sz="1200" dirty="0">
                <a:solidFill>
                  <a:srgbClr val="000000"/>
                </a:solidFill>
                <a:latin typeface="Inter" pitchFamily="34" charset="0"/>
                <a:ea typeface="Inter" pitchFamily="34" charset="-122"/>
                <a:cs typeface="Inter" pitchFamily="34" charset="-120"/>
              </a:rPr>
              <a:t>Many datasets are </a:t>
            </a:r>
            <a:r>
              <a:rPr lang="en-US" sz="1200" b="1" dirty="0">
                <a:solidFill>
                  <a:srgbClr val="000000"/>
                </a:solidFill>
                <a:latin typeface="Inter" pitchFamily="34" charset="0"/>
                <a:ea typeface="Inter" pitchFamily="34" charset="-122"/>
                <a:cs typeface="Inter" pitchFamily="34" charset="-120"/>
              </a:rPr>
              <a:t>never reused</a:t>
            </a:r>
            <a:r>
              <a:rPr lang="en-US" sz="1200" dirty="0">
                <a:solidFill>
                  <a:srgbClr val="000000"/>
                </a:solidFill>
                <a:latin typeface="Inter" pitchFamily="34" charset="0"/>
                <a:ea typeface="Inter" pitchFamily="34" charset="-122"/>
                <a:cs typeface="Inter" pitchFamily="34" charset="-120"/>
              </a:rPr>
              <a:t>—not because they lack value, but because access is too heavy. Scientific images are often large, multi-resolution, and sparsely used, yet workflows treat them as monolithic files</a:t>
            </a:r>
            <a:endParaRPr lang="en-US" dirty="0"/>
          </a:p>
          <a:p>
            <a:endParaRPr lang="en-US" dirty="0"/>
          </a:p>
        </p:txBody>
      </p:sp>
      <p:sp>
        <p:nvSpPr>
          <p:cNvPr id="547" name="Google Shape;547;p2:notes">
            <a:extLst>
              <a:ext uri="{FF2B5EF4-FFF2-40B4-BE49-F238E27FC236}">
                <a16:creationId xmlns:a16="http://schemas.microsoft.com/office/drawing/2014/main" id="{B7BBCBF5-E968-7C61-281E-8F90AF0757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5151071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66A10B20-7C1D-DFE9-196C-8B49E212EB68}"/>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4987C182-9D76-49FA-FDCF-5F5073316D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r>
              <a:rPr lang="en-US" sz="1200" dirty="0">
                <a:solidFill>
                  <a:srgbClr val="000000"/>
                </a:solidFill>
                <a:latin typeface="Inter" pitchFamily="34" charset="0"/>
                <a:ea typeface="Inter" pitchFamily="34" charset="-122"/>
                <a:cs typeface="Inter" pitchFamily="34" charset="-120"/>
              </a:rPr>
              <a:t>Many datasets are </a:t>
            </a:r>
            <a:r>
              <a:rPr lang="en-US" sz="1200" b="1" dirty="0">
                <a:solidFill>
                  <a:srgbClr val="000000"/>
                </a:solidFill>
                <a:latin typeface="Inter" pitchFamily="34" charset="0"/>
                <a:ea typeface="Inter" pitchFamily="34" charset="-122"/>
                <a:cs typeface="Inter" pitchFamily="34" charset="-120"/>
              </a:rPr>
              <a:t>never reused</a:t>
            </a:r>
            <a:r>
              <a:rPr lang="en-US" sz="1200" dirty="0">
                <a:solidFill>
                  <a:srgbClr val="000000"/>
                </a:solidFill>
                <a:latin typeface="Inter" pitchFamily="34" charset="0"/>
                <a:ea typeface="Inter" pitchFamily="34" charset="-122"/>
                <a:cs typeface="Inter" pitchFamily="34" charset="-120"/>
              </a:rPr>
              <a:t>—not because they lack value, but because access is too heavy. Scientific images are often large, multi-resolution, and sparsely used, yet workflows treat them as monolithic files</a:t>
            </a:r>
            <a:endParaRPr lang="en-US" dirty="0"/>
          </a:p>
          <a:p>
            <a:endParaRPr lang="en-US" dirty="0"/>
          </a:p>
        </p:txBody>
      </p:sp>
      <p:sp>
        <p:nvSpPr>
          <p:cNvPr id="547" name="Google Shape;547;p2:notes">
            <a:extLst>
              <a:ext uri="{FF2B5EF4-FFF2-40B4-BE49-F238E27FC236}">
                <a16:creationId xmlns:a16="http://schemas.microsoft.com/office/drawing/2014/main" id="{E51C03EB-F48B-8E09-6CAA-D15F75DEDC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596275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FBCD49A1-6F4D-B4CA-1A1D-FED4829E1E8E}"/>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0A0B3F2A-5C02-0B26-4630-9990C203FB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r>
              <a:rPr lang="en-US" dirty="0"/>
              <a:t>Use a microscopy image as example </a:t>
            </a:r>
          </a:p>
          <a:p>
            <a:br>
              <a:rPr lang="en-US" dirty="0"/>
            </a:br>
            <a:r>
              <a:rPr lang="en-US" sz="1200" dirty="0">
                <a:solidFill>
                  <a:srgbClr val="000000"/>
                </a:solidFill>
                <a:latin typeface="Inter" pitchFamily="34" charset="0"/>
                <a:ea typeface="Inter" pitchFamily="34" charset="-122"/>
                <a:cs typeface="Inter" pitchFamily="34" charset="-120"/>
              </a:rPr>
              <a:t>Many datasets are </a:t>
            </a:r>
            <a:r>
              <a:rPr lang="en-US" sz="1200" b="1" dirty="0">
                <a:solidFill>
                  <a:srgbClr val="000000"/>
                </a:solidFill>
                <a:latin typeface="Inter" pitchFamily="34" charset="0"/>
                <a:ea typeface="Inter" pitchFamily="34" charset="-122"/>
                <a:cs typeface="Inter" pitchFamily="34" charset="-120"/>
              </a:rPr>
              <a:t>never reused</a:t>
            </a:r>
            <a:r>
              <a:rPr lang="en-US" sz="1200" dirty="0">
                <a:solidFill>
                  <a:srgbClr val="000000"/>
                </a:solidFill>
                <a:latin typeface="Inter" pitchFamily="34" charset="0"/>
                <a:ea typeface="Inter" pitchFamily="34" charset="-122"/>
                <a:cs typeface="Inter" pitchFamily="34" charset="-120"/>
              </a:rPr>
              <a:t>—not because they lack value, but because access is too heavy. Scientific images are often large, multi-resolution, and sparsely used, yet workflows treat them as monolithic files</a:t>
            </a:r>
            <a:endParaRPr lang="en-US" dirty="0"/>
          </a:p>
          <a:p>
            <a:endParaRPr lang="en-US" dirty="0"/>
          </a:p>
        </p:txBody>
      </p:sp>
      <p:sp>
        <p:nvSpPr>
          <p:cNvPr id="547" name="Google Shape;547;p2:notes">
            <a:extLst>
              <a:ext uri="{FF2B5EF4-FFF2-40B4-BE49-F238E27FC236}">
                <a16:creationId xmlns:a16="http://schemas.microsoft.com/office/drawing/2014/main" id="{F63E364D-288B-0DD1-0045-70FD1074BC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4795004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09BC428D-B79F-F453-F96D-A1B5369C35FB}"/>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DFF6455F-54DC-B692-9570-F2B8BFE78F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r>
              <a:rPr lang="en-US" sz="1200" dirty="0">
                <a:solidFill>
                  <a:srgbClr val="000000"/>
                </a:solidFill>
                <a:latin typeface="Inter" pitchFamily="34" charset="0"/>
                <a:ea typeface="Inter" pitchFamily="34" charset="-122"/>
                <a:cs typeface="Inter" pitchFamily="34" charset="-120"/>
              </a:rPr>
              <a:t>Many datasets are </a:t>
            </a:r>
            <a:r>
              <a:rPr lang="en-US" sz="1200" b="1" dirty="0">
                <a:solidFill>
                  <a:srgbClr val="000000"/>
                </a:solidFill>
                <a:latin typeface="Inter" pitchFamily="34" charset="0"/>
                <a:ea typeface="Inter" pitchFamily="34" charset="-122"/>
                <a:cs typeface="Inter" pitchFamily="34" charset="-120"/>
              </a:rPr>
              <a:t>never reused</a:t>
            </a:r>
            <a:r>
              <a:rPr lang="en-US" sz="1200" dirty="0">
                <a:solidFill>
                  <a:srgbClr val="000000"/>
                </a:solidFill>
                <a:latin typeface="Inter" pitchFamily="34" charset="0"/>
                <a:ea typeface="Inter" pitchFamily="34" charset="-122"/>
                <a:cs typeface="Inter" pitchFamily="34" charset="-120"/>
              </a:rPr>
              <a:t>—not because they lack value, but because access is too heavy. Scientific images are often large, multi-resolution, and sparsely used, yet workflows treat them as monolithic files</a:t>
            </a:r>
            <a:endParaRPr lang="en-US" dirty="0"/>
          </a:p>
          <a:p>
            <a:endParaRPr lang="en-US" dirty="0"/>
          </a:p>
        </p:txBody>
      </p:sp>
      <p:sp>
        <p:nvSpPr>
          <p:cNvPr id="547" name="Google Shape;547;p2:notes">
            <a:extLst>
              <a:ext uri="{FF2B5EF4-FFF2-40B4-BE49-F238E27FC236}">
                <a16:creationId xmlns:a16="http://schemas.microsoft.com/office/drawing/2014/main" id="{F5333984-2E93-0F68-B764-0F527B92E3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11504385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6ECC069F-07E6-E669-3C8D-250FB3AE9852}"/>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E6A667C9-567E-4D8A-9346-65A9264F15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85E5DF7A-ED01-D996-7883-FE937E151D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2914884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4789E301-3E1F-FA96-43CC-CC9577EBA552}"/>
            </a:ext>
          </a:extLst>
        </p:cNvPr>
        <p:cNvGrpSpPr/>
        <p:nvPr/>
      </p:nvGrpSpPr>
      <p:grpSpPr>
        <a:xfrm>
          <a:off x="0" y="0"/>
          <a:ext cx="0" cy="0"/>
          <a:chOff x="0" y="0"/>
          <a:chExt cx="0" cy="0"/>
        </a:xfrm>
      </p:grpSpPr>
      <p:sp>
        <p:nvSpPr>
          <p:cNvPr id="546" name="Google Shape;546;p2:notes">
            <a:extLst>
              <a:ext uri="{FF2B5EF4-FFF2-40B4-BE49-F238E27FC236}">
                <a16:creationId xmlns:a16="http://schemas.microsoft.com/office/drawing/2014/main" id="{FA0D08B0-F20E-C3CD-68A8-1B9510A6E1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dirty="0"/>
          </a:p>
          <a:p>
            <a:br>
              <a:rPr lang="en-US" dirty="0"/>
            </a:br>
            <a:endParaRPr lang="en-US" dirty="0"/>
          </a:p>
          <a:p>
            <a:endParaRPr lang="en-US" dirty="0"/>
          </a:p>
          <a:p>
            <a:pPr marL="0" lvl="0" indent="0" algn="l" rtl="0">
              <a:lnSpc>
                <a:spcPct val="100000"/>
              </a:lnSpc>
              <a:spcBef>
                <a:spcPts val="0"/>
              </a:spcBef>
              <a:spcAft>
                <a:spcPts val="0"/>
              </a:spcAft>
              <a:buSzPts val="1400"/>
              <a:buNone/>
            </a:pPr>
            <a:endParaRPr dirty="0"/>
          </a:p>
        </p:txBody>
      </p:sp>
      <p:sp>
        <p:nvSpPr>
          <p:cNvPr id="547" name="Google Shape;547;p2:notes">
            <a:extLst>
              <a:ext uri="{FF2B5EF4-FFF2-40B4-BE49-F238E27FC236}">
                <a16:creationId xmlns:a16="http://schemas.microsoft.com/office/drawing/2014/main" id="{B48E1679-DE93-632B-8384-3C952E54D0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extLst>
      <p:ext uri="{BB962C8B-B14F-4D97-AF65-F5344CB8AC3E}">
        <p14:creationId xmlns:p14="http://schemas.microsoft.com/office/powerpoint/2010/main" val="32328764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smtClean="0">
                <a:solidFill>
                  <a:schemeClr val="dk1"/>
                </a:solidFill>
                <a:latin typeface="Arial"/>
                <a:ea typeface="Arial"/>
                <a:cs typeface="Arial"/>
                <a:sym typeface="Arial"/>
              </a:rPr>
              <a:t>38</a:t>
            </a:fld>
            <a:endParaRPr lang="de-DE"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674729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871E0-3F29-64B6-D283-CC7C871DD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817C5-DF1A-73E9-387F-193020547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18F25-BBF8-98DC-D7AF-569211A6DBB9}"/>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48E2C429-3206-1FF7-837D-A1BB31CE200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smtClean="0">
                <a:solidFill>
                  <a:schemeClr val="dk1"/>
                </a:solidFill>
                <a:latin typeface="Arial"/>
                <a:ea typeface="Arial"/>
                <a:cs typeface="Arial"/>
                <a:sym typeface="Arial"/>
              </a:rPr>
              <a:t>39</a:t>
            </a:fld>
            <a:endParaRPr lang="de-DE"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749167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106D8-B6F8-F96F-2F68-2A2A98448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678C8-EAC5-BFBB-D34D-D11227DF3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6B243-7279-058F-6105-A579806A17A1}"/>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1163EEFB-FDC0-8630-0621-46B9A2D8E8C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smtClean="0">
                <a:solidFill>
                  <a:schemeClr val="dk1"/>
                </a:solidFill>
                <a:latin typeface="Arial"/>
                <a:ea typeface="Arial"/>
                <a:cs typeface="Arial"/>
                <a:sym typeface="Arial"/>
              </a:rPr>
              <a:t>40</a:t>
            </a:fld>
            <a:endParaRPr lang="de-DE"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02186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5" name="Google Shape;116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5" name="Google Shape;1185;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32" name="Google Shape;1232;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9" name="Google Shape;1249;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2" name="Google Shape;127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5" name="Google Shape;1355;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nl-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Title light 01">
  <p:cSld name="Main Title light 01">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roduction 01">
  <p:cSld name="Introduction 01">
    <p:spTree>
      <p:nvGrpSpPr>
        <p:cNvPr id="1" name="Shape 29"/>
        <p:cNvGrpSpPr/>
        <p:nvPr/>
      </p:nvGrpSpPr>
      <p:grpSpPr>
        <a:xfrm>
          <a:off x="0" y="0"/>
          <a:ext cx="0" cy="0"/>
          <a:chOff x="0" y="0"/>
          <a:chExt cx="0" cy="0"/>
        </a:xfrm>
      </p:grpSpPr>
      <p:sp>
        <p:nvSpPr>
          <p:cNvPr id="30" name="Google Shape;30;p80"/>
          <p:cNvSpPr/>
          <p:nvPr/>
        </p:nvSpPr>
        <p:spPr>
          <a:xfrm>
            <a:off x="7616775" y="4544480"/>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 name="Google Shape;31;p80"/>
          <p:cNvSpPr txBox="1">
            <a:spLocks noGrp="1"/>
          </p:cNvSpPr>
          <p:nvPr>
            <p:ph type="body" idx="1"/>
          </p:nvPr>
        </p:nvSpPr>
        <p:spPr>
          <a:xfrm>
            <a:off x="7616775" y="4478473"/>
            <a:ext cx="4223700" cy="581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750"/>
              <a:buFont typeface="Arial"/>
              <a:buNone/>
              <a:defRPr sz="750" b="0" i="0" u="none" strike="noStrike" cap="none">
                <a:solidFill>
                  <a:schemeClr val="dk1"/>
                </a:solidFill>
                <a:latin typeface="Space Grotesk"/>
                <a:ea typeface="Space Grotesk"/>
                <a:cs typeface="Space Grotesk"/>
                <a:sym typeface="Space Grotesk"/>
              </a:defRPr>
            </a:lvl1pPr>
            <a:lvl2pPr marL="914400" marR="0" lvl="1" indent="-381000" algn="l" rtl="0">
              <a:lnSpc>
                <a:spcPct val="90000"/>
              </a:lnSpc>
              <a:spcBef>
                <a:spcPts val="500"/>
              </a:spcBef>
              <a:spcAft>
                <a:spcPts val="0"/>
              </a:spcAft>
              <a:buClr>
                <a:schemeClr val="dk1"/>
              </a:buClr>
              <a:buSzPts val="2400"/>
              <a:buFont typeface="Inter Light"/>
              <a:buChar char="•"/>
              <a:defRPr sz="2400" b="0" i="0" u="none" strike="noStrike" cap="none">
                <a:solidFill>
                  <a:schemeClr val="dk1"/>
                </a:solidFill>
                <a:latin typeface="Inter Light"/>
                <a:ea typeface="Inter Light"/>
                <a:cs typeface="Inter Light"/>
                <a:sym typeface="Inter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2" name="Google Shape;32;p80"/>
          <p:cNvSpPr txBox="1">
            <a:spLocks noGrp="1"/>
          </p:cNvSpPr>
          <p:nvPr>
            <p:ph type="body" idx="2"/>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3" name="Google Shape;33;p80"/>
          <p:cNvSpPr txBox="1">
            <a:spLocks noGrp="1"/>
          </p:cNvSpPr>
          <p:nvPr>
            <p:ph type="body" idx="3"/>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s 01">
  <p:cSld name="Contents 01">
    <p:spTree>
      <p:nvGrpSpPr>
        <p:cNvPr id="1" name="Shape 34"/>
        <p:cNvGrpSpPr/>
        <p:nvPr/>
      </p:nvGrpSpPr>
      <p:grpSpPr>
        <a:xfrm>
          <a:off x="0" y="0"/>
          <a:ext cx="0" cy="0"/>
          <a:chOff x="0" y="0"/>
          <a:chExt cx="0" cy="0"/>
        </a:xfrm>
      </p:grpSpPr>
      <p:sp>
        <p:nvSpPr>
          <p:cNvPr id="35" name="Google Shape;35;p81"/>
          <p:cNvSpPr>
            <a:spLocks noGrp="1"/>
          </p:cNvSpPr>
          <p:nvPr>
            <p:ph type="pic" idx="2"/>
          </p:nvPr>
        </p:nvSpPr>
        <p:spPr>
          <a:xfrm>
            <a:off x="254080" y="3305175"/>
            <a:ext cx="4319510" cy="3038475"/>
          </a:xfrm>
          <a:prstGeom prst="rect">
            <a:avLst/>
          </a:prstGeom>
          <a:noFill/>
          <a:ln>
            <a:noFill/>
          </a:ln>
        </p:spPr>
        <p:txBody>
          <a:bodyPr/>
          <a:lstStyle/>
          <a:p>
            <a:endParaRPr lang="nl-NL"/>
          </a:p>
        </p:txBody>
      </p:sp>
      <p:sp>
        <p:nvSpPr>
          <p:cNvPr id="36" name="Google Shape;36;p81"/>
          <p:cNvSpPr txBox="1">
            <a:spLocks noGrp="1"/>
          </p:cNvSpPr>
          <p:nvPr>
            <p:ph type="body" idx="1"/>
          </p:nvPr>
        </p:nvSpPr>
        <p:spPr>
          <a:xfrm>
            <a:off x="7520916" y="4737307"/>
            <a:ext cx="4319400" cy="177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0"/>
              </a:spcBef>
              <a:spcAft>
                <a:spcPts val="0"/>
              </a:spcAft>
              <a:buClr>
                <a:schemeClr val="dk1"/>
              </a:buClr>
              <a:buSzPts val="1200"/>
              <a:buFont typeface="Inter Light"/>
              <a:buNone/>
              <a:defRPr sz="12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Space Grotesk"/>
              <a:buNone/>
              <a:defRPr sz="1400" b="0" i="0" u="none" strike="noStrike" cap="none">
                <a:solidFill>
                  <a:schemeClr val="dk1"/>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7" name="Google Shape;37;p81"/>
          <p:cNvSpPr/>
          <p:nvPr/>
        </p:nvSpPr>
        <p:spPr>
          <a:xfrm>
            <a:off x="7616775" y="4544480"/>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 name="Google Shape;38;p81"/>
          <p:cNvSpPr txBox="1">
            <a:spLocks noGrp="1"/>
          </p:cNvSpPr>
          <p:nvPr>
            <p:ph type="body" idx="3"/>
          </p:nvPr>
        </p:nvSpPr>
        <p:spPr>
          <a:xfrm>
            <a:off x="7616775" y="4478439"/>
            <a:ext cx="4223651"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750"/>
              <a:buFont typeface="Arial"/>
              <a:buNone/>
              <a:defRPr sz="750" b="0" i="0" u="none" strike="noStrike" cap="none">
                <a:solidFill>
                  <a:schemeClr val="dk1"/>
                </a:solidFill>
                <a:latin typeface="Space Grotesk"/>
                <a:ea typeface="Space Grotesk"/>
                <a:cs typeface="Space Grotesk"/>
                <a:sym typeface="Space Grotesk"/>
              </a:defRPr>
            </a:lvl1pPr>
            <a:lvl2pPr marL="914400" marR="0" lvl="1" indent="-381000" algn="l" rtl="0">
              <a:lnSpc>
                <a:spcPct val="90000"/>
              </a:lnSpc>
              <a:spcBef>
                <a:spcPts val="500"/>
              </a:spcBef>
              <a:spcAft>
                <a:spcPts val="0"/>
              </a:spcAft>
              <a:buClr>
                <a:schemeClr val="dk1"/>
              </a:buClr>
              <a:buSzPts val="2400"/>
              <a:buFont typeface="Inter Light"/>
              <a:buChar char="•"/>
              <a:defRPr sz="2400" b="0" i="0" u="none" strike="noStrike" cap="none">
                <a:solidFill>
                  <a:schemeClr val="dk1"/>
                </a:solidFill>
                <a:latin typeface="Inter Light"/>
                <a:ea typeface="Inter Light"/>
                <a:cs typeface="Inter Light"/>
                <a:sym typeface="Inter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 name="Google Shape;39;p81"/>
          <p:cNvSpPr txBox="1">
            <a:spLocks noGrp="1"/>
          </p:cNvSpPr>
          <p:nvPr>
            <p:ph type="body" idx="4"/>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0" name="Google Shape;40;p81"/>
          <p:cNvSpPr txBox="1">
            <a:spLocks noGrp="1"/>
          </p:cNvSpPr>
          <p:nvPr>
            <p:ph type="body" idx="5"/>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s 03">
  <p:cSld name="Contents 03">
    <p:spTree>
      <p:nvGrpSpPr>
        <p:cNvPr id="1" name="Shape 102"/>
        <p:cNvGrpSpPr/>
        <p:nvPr/>
      </p:nvGrpSpPr>
      <p:grpSpPr>
        <a:xfrm>
          <a:off x="0" y="0"/>
          <a:ext cx="0" cy="0"/>
          <a:chOff x="0" y="0"/>
          <a:chExt cx="0" cy="0"/>
        </a:xfrm>
      </p:grpSpPr>
      <p:grpSp>
        <p:nvGrpSpPr>
          <p:cNvPr id="103" name="Google Shape;103;p83"/>
          <p:cNvGrpSpPr/>
          <p:nvPr/>
        </p:nvGrpSpPr>
        <p:grpSpPr>
          <a:xfrm>
            <a:off x="249799" y="182511"/>
            <a:ext cx="1351335" cy="292388"/>
            <a:chOff x="249799" y="203681"/>
            <a:chExt cx="1351335" cy="292388"/>
          </a:xfrm>
        </p:grpSpPr>
        <p:sp>
          <p:nvSpPr>
            <p:cNvPr id="104" name="Google Shape;104;p83"/>
            <p:cNvSpPr txBox="1"/>
            <p:nvPr/>
          </p:nvSpPr>
          <p:spPr>
            <a:xfrm>
              <a:off x="292372" y="203681"/>
              <a:ext cx="1308762" cy="2923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de-DE" sz="1300" b="0" i="0" u="none" strike="noStrike" cap="none">
                  <a:solidFill>
                    <a:schemeClr val="dk1"/>
                  </a:solidFill>
                  <a:latin typeface="Space Grotesk"/>
                  <a:ea typeface="Space Grotesk"/>
                  <a:cs typeface="Space Grotesk"/>
                  <a:sym typeface="Space Grotesk"/>
                </a:rPr>
                <a:t>CONTENTS</a:t>
              </a:r>
              <a:endParaRPr sz="1400" b="0" i="0" u="none" strike="noStrike" cap="none">
                <a:solidFill>
                  <a:srgbClr val="000000"/>
                </a:solidFill>
                <a:latin typeface="Arial"/>
                <a:ea typeface="Arial"/>
                <a:cs typeface="Arial"/>
                <a:sym typeface="Arial"/>
              </a:endParaRPr>
            </a:p>
          </p:txBody>
        </p:sp>
        <p:sp>
          <p:nvSpPr>
            <p:cNvPr id="105" name="Google Shape;105;p83"/>
            <p:cNvSpPr/>
            <p:nvPr/>
          </p:nvSpPr>
          <p:spPr>
            <a:xfrm>
              <a:off x="249799" y="30643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106" name="Google Shape;106;p83"/>
          <p:cNvSpPr txBox="1">
            <a:spLocks noGrp="1"/>
          </p:cNvSpPr>
          <p:nvPr>
            <p:ph type="body" idx="1"/>
          </p:nvPr>
        </p:nvSpPr>
        <p:spPr>
          <a:xfrm>
            <a:off x="249799" y="5882640"/>
            <a:ext cx="5589026"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07" name="Google Shape;107;p83"/>
          <p:cNvCxnSpPr/>
          <p:nvPr/>
        </p:nvCxnSpPr>
        <p:spPr>
          <a:xfrm>
            <a:off x="249799" y="6340475"/>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08" name="Google Shape;108;p83"/>
          <p:cNvSpPr txBox="1">
            <a:spLocks noGrp="1"/>
          </p:cNvSpPr>
          <p:nvPr>
            <p:ph type="body" idx="2"/>
          </p:nvPr>
        </p:nvSpPr>
        <p:spPr>
          <a:xfrm>
            <a:off x="249799" y="4621107"/>
            <a:ext cx="5589026"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09" name="Google Shape;109;p83"/>
          <p:cNvCxnSpPr/>
          <p:nvPr/>
        </p:nvCxnSpPr>
        <p:spPr>
          <a:xfrm>
            <a:off x="249799" y="5078942"/>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10" name="Google Shape;110;p83"/>
          <p:cNvSpPr txBox="1">
            <a:spLocks noGrp="1"/>
          </p:cNvSpPr>
          <p:nvPr>
            <p:ph type="body" idx="3"/>
          </p:nvPr>
        </p:nvSpPr>
        <p:spPr>
          <a:xfrm>
            <a:off x="249799" y="5251873"/>
            <a:ext cx="5589026"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11" name="Google Shape;111;p83"/>
          <p:cNvCxnSpPr/>
          <p:nvPr/>
        </p:nvCxnSpPr>
        <p:spPr>
          <a:xfrm>
            <a:off x="249799" y="5709708"/>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12" name="Google Shape;112;p83"/>
          <p:cNvSpPr txBox="1">
            <a:spLocks noGrp="1"/>
          </p:cNvSpPr>
          <p:nvPr>
            <p:ph type="body" idx="4"/>
          </p:nvPr>
        </p:nvSpPr>
        <p:spPr>
          <a:xfrm>
            <a:off x="249799" y="3988118"/>
            <a:ext cx="5589026"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13" name="Google Shape;113;p83"/>
          <p:cNvCxnSpPr/>
          <p:nvPr/>
        </p:nvCxnSpPr>
        <p:spPr>
          <a:xfrm>
            <a:off x="249799" y="4445953"/>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14" name="Google Shape;114;p83"/>
          <p:cNvSpPr txBox="1">
            <a:spLocks noGrp="1"/>
          </p:cNvSpPr>
          <p:nvPr>
            <p:ph type="body" idx="5"/>
          </p:nvPr>
        </p:nvSpPr>
        <p:spPr>
          <a:xfrm>
            <a:off x="249799" y="2726585"/>
            <a:ext cx="5589026"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15" name="Google Shape;115;p83"/>
          <p:cNvCxnSpPr/>
          <p:nvPr/>
        </p:nvCxnSpPr>
        <p:spPr>
          <a:xfrm>
            <a:off x="249799" y="3184420"/>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16" name="Google Shape;116;p83"/>
          <p:cNvSpPr txBox="1">
            <a:spLocks noGrp="1"/>
          </p:cNvSpPr>
          <p:nvPr>
            <p:ph type="body" idx="6"/>
          </p:nvPr>
        </p:nvSpPr>
        <p:spPr>
          <a:xfrm>
            <a:off x="249799" y="3357351"/>
            <a:ext cx="5589026"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17" name="Google Shape;117;p83"/>
          <p:cNvCxnSpPr/>
          <p:nvPr/>
        </p:nvCxnSpPr>
        <p:spPr>
          <a:xfrm>
            <a:off x="249799" y="3815186"/>
            <a:ext cx="5589026" cy="4445"/>
          </a:xfrm>
          <a:prstGeom prst="straightConnector1">
            <a:avLst/>
          </a:prstGeom>
          <a:noFill/>
          <a:ln w="9525" cap="flat" cmpd="sng">
            <a:solidFill>
              <a:schemeClr val="dk1"/>
            </a:solidFill>
            <a:prstDash val="solid"/>
            <a:miter lim="800000"/>
            <a:headEnd type="none" w="sm" len="sm"/>
            <a:tailEnd type="none" w="sm" len="sm"/>
          </a:ln>
        </p:spPr>
      </p:cxnSp>
      <p:cxnSp>
        <p:nvCxnSpPr>
          <p:cNvPr id="118" name="Google Shape;118;p83"/>
          <p:cNvCxnSpPr/>
          <p:nvPr/>
        </p:nvCxnSpPr>
        <p:spPr>
          <a:xfrm>
            <a:off x="249799" y="2555876"/>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19" name="Google Shape;119;p83"/>
          <p:cNvSpPr txBox="1">
            <a:spLocks noGrp="1"/>
          </p:cNvSpPr>
          <p:nvPr>
            <p:ph type="body" idx="7"/>
          </p:nvPr>
        </p:nvSpPr>
        <p:spPr>
          <a:xfrm>
            <a:off x="6353177" y="5878195"/>
            <a:ext cx="5589024"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20" name="Google Shape;120;p83"/>
          <p:cNvCxnSpPr/>
          <p:nvPr/>
        </p:nvCxnSpPr>
        <p:spPr>
          <a:xfrm>
            <a:off x="6353177" y="6336030"/>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21" name="Google Shape;121;p83"/>
          <p:cNvSpPr txBox="1">
            <a:spLocks noGrp="1"/>
          </p:cNvSpPr>
          <p:nvPr>
            <p:ph type="body" idx="8"/>
          </p:nvPr>
        </p:nvSpPr>
        <p:spPr>
          <a:xfrm>
            <a:off x="6353177" y="4616662"/>
            <a:ext cx="5589024"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22" name="Google Shape;122;p83"/>
          <p:cNvCxnSpPr/>
          <p:nvPr/>
        </p:nvCxnSpPr>
        <p:spPr>
          <a:xfrm>
            <a:off x="6353177" y="5074497"/>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23" name="Google Shape;123;p83"/>
          <p:cNvSpPr txBox="1">
            <a:spLocks noGrp="1"/>
          </p:cNvSpPr>
          <p:nvPr>
            <p:ph type="body" idx="9"/>
          </p:nvPr>
        </p:nvSpPr>
        <p:spPr>
          <a:xfrm>
            <a:off x="6353177" y="5247428"/>
            <a:ext cx="5589024"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24" name="Google Shape;124;p83"/>
          <p:cNvCxnSpPr/>
          <p:nvPr/>
        </p:nvCxnSpPr>
        <p:spPr>
          <a:xfrm>
            <a:off x="6353177" y="5705263"/>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25" name="Google Shape;125;p83"/>
          <p:cNvSpPr txBox="1">
            <a:spLocks noGrp="1"/>
          </p:cNvSpPr>
          <p:nvPr>
            <p:ph type="body" idx="13"/>
          </p:nvPr>
        </p:nvSpPr>
        <p:spPr>
          <a:xfrm>
            <a:off x="6353177" y="3983673"/>
            <a:ext cx="5589024"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26" name="Google Shape;126;p83"/>
          <p:cNvCxnSpPr/>
          <p:nvPr/>
        </p:nvCxnSpPr>
        <p:spPr>
          <a:xfrm>
            <a:off x="6353177" y="4441508"/>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27" name="Google Shape;127;p83"/>
          <p:cNvSpPr txBox="1">
            <a:spLocks noGrp="1"/>
          </p:cNvSpPr>
          <p:nvPr>
            <p:ph type="body" idx="14"/>
          </p:nvPr>
        </p:nvSpPr>
        <p:spPr>
          <a:xfrm>
            <a:off x="6353177" y="2722140"/>
            <a:ext cx="5589024"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128" name="Google Shape;128;p83"/>
          <p:cNvCxnSpPr/>
          <p:nvPr/>
        </p:nvCxnSpPr>
        <p:spPr>
          <a:xfrm>
            <a:off x="6353177" y="3179975"/>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29" name="Google Shape;129;p83"/>
          <p:cNvSpPr txBox="1">
            <a:spLocks noGrp="1"/>
          </p:cNvSpPr>
          <p:nvPr>
            <p:ph type="body" idx="15"/>
          </p:nvPr>
        </p:nvSpPr>
        <p:spPr>
          <a:xfrm>
            <a:off x="6353177" y="3352906"/>
            <a:ext cx="5589024" cy="462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Inter Light"/>
              <a:buChar char="•"/>
              <a:defRPr sz="2400" b="0" i="0" u="none" strike="noStrike" cap="none">
                <a:solidFill>
                  <a:schemeClr val="dk1"/>
                </a:solidFill>
                <a:latin typeface="Inter Light"/>
                <a:ea typeface="Inter Light"/>
                <a:cs typeface="Inter Light"/>
                <a:sym typeface="Inter Light"/>
              </a:defRPr>
            </a:lvl2pPr>
            <a:lvl3pPr marL="1371600" marR="0" lvl="2" indent="-355600" algn="l" rtl="0">
              <a:lnSpc>
                <a:spcPct val="90000"/>
              </a:lnSpc>
              <a:spcBef>
                <a:spcPts val="500"/>
              </a:spcBef>
              <a:spcAft>
                <a:spcPts val="0"/>
              </a:spcAft>
              <a:buClr>
                <a:schemeClr val="dk1"/>
              </a:buClr>
              <a:buSzPts val="2000"/>
              <a:buFont typeface="Inter Light"/>
              <a:buChar char="•"/>
              <a:defRPr sz="2000" b="0" i="0" u="none" strike="noStrike" cap="none">
                <a:solidFill>
                  <a:schemeClr val="dk1"/>
                </a:solidFill>
                <a:latin typeface="Inter Light"/>
                <a:ea typeface="Inter Light"/>
                <a:cs typeface="Inter Light"/>
                <a:sym typeface="Inter Light"/>
              </a:defRPr>
            </a:lvl3pPr>
            <a:lvl4pPr marL="1828800" marR="0" lvl="3" indent="-342900" algn="l" rtl="0">
              <a:lnSpc>
                <a:spcPct val="90000"/>
              </a:lnSpc>
              <a:spcBef>
                <a:spcPts val="500"/>
              </a:spcBef>
              <a:spcAft>
                <a:spcPts val="0"/>
              </a:spcAft>
              <a:buClr>
                <a:schemeClr val="dk1"/>
              </a:buClr>
              <a:buSzPts val="1800"/>
              <a:buFont typeface="Inter Light"/>
              <a:buChar char="•"/>
              <a:defRPr sz="1800" b="0" i="0" u="none" strike="noStrike" cap="none">
                <a:solidFill>
                  <a:schemeClr val="dk1"/>
                </a:solidFill>
                <a:latin typeface="Inter Light"/>
                <a:ea typeface="Inter Light"/>
                <a:cs typeface="Inter Light"/>
                <a:sym typeface="Inter Light"/>
              </a:defRPr>
            </a:lvl4pPr>
            <a:lvl5pPr marL="2286000" marR="0" lvl="4" indent="-342900" algn="l" rtl="0">
              <a:lnSpc>
                <a:spcPct val="90000"/>
              </a:lnSpc>
              <a:spcBef>
                <a:spcPts val="500"/>
              </a:spcBef>
              <a:spcAft>
                <a:spcPts val="0"/>
              </a:spcAft>
              <a:buClr>
                <a:schemeClr val="dk1"/>
              </a:buClr>
              <a:buSzPts val="1800"/>
              <a:buFont typeface="Inter Light"/>
              <a:buChar char="•"/>
              <a:defRPr sz="1800" b="0" i="0" u="none" strike="noStrike" cap="none">
                <a:solidFill>
                  <a:schemeClr val="dk1"/>
                </a:solidFill>
                <a:latin typeface="Inter Light"/>
                <a:ea typeface="Inter Light"/>
                <a:cs typeface="Inter Light"/>
                <a:sym typeface="Inter Light"/>
              </a:defRPr>
            </a:lvl5pPr>
            <a:lvl6pPr marL="2743200" marR="0" lvl="5" indent="-342900" algn="l" rtl="0">
              <a:lnSpc>
                <a:spcPct val="90000"/>
              </a:lnSpc>
              <a:spcBef>
                <a:spcPts val="500"/>
              </a:spcBef>
              <a:spcAft>
                <a:spcPts val="0"/>
              </a:spcAft>
              <a:buClr>
                <a:schemeClr val="dk1"/>
              </a:buClr>
              <a:buSzPts val="1800"/>
              <a:buFont typeface="Inter Light"/>
              <a:buChar char="•"/>
              <a:defRPr sz="1800" b="0" i="0" u="none" strike="noStrike" cap="none">
                <a:solidFill>
                  <a:schemeClr val="dk1"/>
                </a:solidFill>
                <a:latin typeface="Inter Light"/>
                <a:ea typeface="Inter Light"/>
                <a:cs typeface="Inter Light"/>
                <a:sym typeface="Inter Light"/>
              </a:defRPr>
            </a:lvl6pPr>
            <a:lvl7pPr marL="3200400" marR="0" lvl="6" indent="-342900" algn="l" rtl="0">
              <a:lnSpc>
                <a:spcPct val="90000"/>
              </a:lnSpc>
              <a:spcBef>
                <a:spcPts val="500"/>
              </a:spcBef>
              <a:spcAft>
                <a:spcPts val="0"/>
              </a:spcAft>
              <a:buClr>
                <a:schemeClr val="dk1"/>
              </a:buClr>
              <a:buSzPts val="1800"/>
              <a:buFont typeface="Inter Light"/>
              <a:buChar char="•"/>
              <a:defRPr sz="1800" b="0" i="0" u="none" strike="noStrike" cap="none">
                <a:solidFill>
                  <a:schemeClr val="dk1"/>
                </a:solidFill>
                <a:latin typeface="Inter Light"/>
                <a:ea typeface="Inter Light"/>
                <a:cs typeface="Inter Light"/>
                <a:sym typeface="Inter Light"/>
              </a:defRPr>
            </a:lvl7pPr>
            <a:lvl8pPr marL="3657600" marR="0" lvl="7" indent="-342900" algn="l" rtl="0">
              <a:lnSpc>
                <a:spcPct val="90000"/>
              </a:lnSpc>
              <a:spcBef>
                <a:spcPts val="500"/>
              </a:spcBef>
              <a:spcAft>
                <a:spcPts val="0"/>
              </a:spcAft>
              <a:buClr>
                <a:schemeClr val="dk1"/>
              </a:buClr>
              <a:buSzPts val="1800"/>
              <a:buFont typeface="Inter Light"/>
              <a:buChar char="•"/>
              <a:defRPr sz="1800" b="0" i="0" u="none" strike="noStrike" cap="none">
                <a:solidFill>
                  <a:schemeClr val="dk1"/>
                </a:solidFill>
                <a:latin typeface="Inter Light"/>
                <a:ea typeface="Inter Light"/>
                <a:cs typeface="Inter Light"/>
                <a:sym typeface="Inter Light"/>
              </a:defRPr>
            </a:lvl8pPr>
            <a:lvl9pPr marL="4114800" marR="0" lvl="8" indent="-342900" algn="l" rtl="0">
              <a:lnSpc>
                <a:spcPct val="90000"/>
              </a:lnSpc>
              <a:spcBef>
                <a:spcPts val="500"/>
              </a:spcBef>
              <a:spcAft>
                <a:spcPts val="0"/>
              </a:spcAft>
              <a:buClr>
                <a:schemeClr val="dk1"/>
              </a:buClr>
              <a:buSzPts val="1800"/>
              <a:buFont typeface="Inter Light"/>
              <a:buChar char="•"/>
              <a:defRPr sz="1800" b="0" i="0" u="none" strike="noStrike" cap="none">
                <a:solidFill>
                  <a:schemeClr val="dk1"/>
                </a:solidFill>
                <a:latin typeface="Inter Light"/>
                <a:ea typeface="Inter Light"/>
                <a:cs typeface="Inter Light"/>
                <a:sym typeface="Inter Light"/>
              </a:defRPr>
            </a:lvl9pPr>
          </a:lstStyle>
          <a:p>
            <a:endParaRPr/>
          </a:p>
        </p:txBody>
      </p:sp>
      <p:cxnSp>
        <p:nvCxnSpPr>
          <p:cNvPr id="130" name="Google Shape;130;p83"/>
          <p:cNvCxnSpPr/>
          <p:nvPr/>
        </p:nvCxnSpPr>
        <p:spPr>
          <a:xfrm>
            <a:off x="6353177" y="3810741"/>
            <a:ext cx="5589026" cy="4445"/>
          </a:xfrm>
          <a:prstGeom prst="straightConnector1">
            <a:avLst/>
          </a:prstGeom>
          <a:noFill/>
          <a:ln w="9525" cap="flat" cmpd="sng">
            <a:solidFill>
              <a:schemeClr val="dk1"/>
            </a:solidFill>
            <a:prstDash val="solid"/>
            <a:miter lim="800000"/>
            <a:headEnd type="none" w="sm" len="sm"/>
            <a:tailEnd type="none" w="sm" len="sm"/>
          </a:ln>
        </p:spPr>
      </p:cxnSp>
      <p:cxnSp>
        <p:nvCxnSpPr>
          <p:cNvPr id="131" name="Google Shape;131;p83"/>
          <p:cNvCxnSpPr/>
          <p:nvPr/>
        </p:nvCxnSpPr>
        <p:spPr>
          <a:xfrm>
            <a:off x="6353177" y="2551431"/>
            <a:ext cx="5589026" cy="4445"/>
          </a:xfrm>
          <a:prstGeom prst="straightConnector1">
            <a:avLst/>
          </a:prstGeom>
          <a:noFill/>
          <a:ln w="9525" cap="flat" cmpd="sng">
            <a:solidFill>
              <a:schemeClr val="dk1"/>
            </a:solidFill>
            <a:prstDash val="solid"/>
            <a:miter lim="800000"/>
            <a:headEnd type="none" w="sm" len="sm"/>
            <a:tailEnd type="none" w="sm" len="sm"/>
          </a:ln>
        </p:spPr>
      </p:cxnSp>
      <p:sp>
        <p:nvSpPr>
          <p:cNvPr id="132" name="Google Shape;132;p83"/>
          <p:cNvSpPr txBox="1">
            <a:spLocks noGrp="1"/>
          </p:cNvSpPr>
          <p:nvPr>
            <p:ph type="body" idx="16"/>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3" name="Google Shape;133;p83"/>
          <p:cNvSpPr txBox="1">
            <a:spLocks noGrp="1"/>
          </p:cNvSpPr>
          <p:nvPr>
            <p:ph type="body" idx="17"/>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 with photo 01">
  <p:cSld name="Text with photo 01">
    <p:spTree>
      <p:nvGrpSpPr>
        <p:cNvPr id="1" name="Shape 135"/>
        <p:cNvGrpSpPr/>
        <p:nvPr/>
      </p:nvGrpSpPr>
      <p:grpSpPr>
        <a:xfrm>
          <a:off x="0" y="0"/>
          <a:ext cx="0" cy="0"/>
          <a:chOff x="0" y="0"/>
          <a:chExt cx="0" cy="0"/>
        </a:xfrm>
      </p:grpSpPr>
      <p:sp>
        <p:nvSpPr>
          <p:cNvPr id="136" name="Google Shape;136;p87"/>
          <p:cNvSpPr txBox="1">
            <a:spLocks noGrp="1"/>
          </p:cNvSpPr>
          <p:nvPr>
            <p:ph type="body" idx="1"/>
          </p:nvPr>
        </p:nvSpPr>
        <p:spPr>
          <a:xfrm>
            <a:off x="1936750" y="6473707"/>
            <a:ext cx="4673700" cy="207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7" name="Google Shape;137;p87"/>
          <p:cNvSpPr txBox="1">
            <a:spLocks noGrp="1"/>
          </p:cNvSpPr>
          <p:nvPr>
            <p:ph type="body" idx="2"/>
          </p:nvPr>
        </p:nvSpPr>
        <p:spPr>
          <a:xfrm>
            <a:off x="10131490" y="6473707"/>
            <a:ext cx="1897500" cy="2079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8" name="Google Shape;138;p87"/>
          <p:cNvSpPr>
            <a:spLocks noGrp="1"/>
          </p:cNvSpPr>
          <p:nvPr>
            <p:ph type="pic" idx="3"/>
          </p:nvPr>
        </p:nvSpPr>
        <p:spPr>
          <a:xfrm>
            <a:off x="6096000" y="0"/>
            <a:ext cx="6096000" cy="6858000"/>
          </a:xfrm>
          <a:prstGeom prst="rect">
            <a:avLst/>
          </a:prstGeom>
          <a:noFill/>
          <a:ln>
            <a:noFill/>
          </a:ln>
        </p:spPr>
        <p:txBody>
          <a:bodyPr/>
          <a:lstStyle/>
          <a:p>
            <a:endParaRPr lang="nl-NL"/>
          </a:p>
        </p:txBody>
      </p:sp>
      <p:sp>
        <p:nvSpPr>
          <p:cNvPr id="139" name="Google Shape;139;p87"/>
          <p:cNvSpPr/>
          <p:nvPr/>
        </p:nvSpPr>
        <p:spPr>
          <a:xfrm>
            <a:off x="249799" y="285269"/>
            <a:ext cx="81000" cy="81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0" name="Google Shape;140;p87"/>
          <p:cNvSpPr txBox="1">
            <a:spLocks noGrp="1"/>
          </p:cNvSpPr>
          <p:nvPr>
            <p:ph type="body" idx="4"/>
          </p:nvPr>
        </p:nvSpPr>
        <p:spPr>
          <a:xfrm>
            <a:off x="156666" y="559269"/>
            <a:ext cx="5553300" cy="171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 name="Google Shape;141;p87"/>
          <p:cNvSpPr txBox="1">
            <a:spLocks noGrp="1"/>
          </p:cNvSpPr>
          <p:nvPr>
            <p:ph type="body" idx="5"/>
          </p:nvPr>
        </p:nvSpPr>
        <p:spPr>
          <a:xfrm>
            <a:off x="664633" y="5939787"/>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2" name="Google Shape;142;p87"/>
          <p:cNvSpPr txBox="1">
            <a:spLocks noGrp="1"/>
          </p:cNvSpPr>
          <p:nvPr>
            <p:ph type="body" idx="6"/>
          </p:nvPr>
        </p:nvSpPr>
        <p:spPr>
          <a:xfrm>
            <a:off x="664633" y="4793292"/>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3" name="Google Shape;143;p87"/>
          <p:cNvSpPr txBox="1">
            <a:spLocks noGrp="1"/>
          </p:cNvSpPr>
          <p:nvPr>
            <p:ph type="body" idx="7"/>
          </p:nvPr>
        </p:nvSpPr>
        <p:spPr>
          <a:xfrm>
            <a:off x="664633" y="5362093"/>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 name="Google Shape;144;p87"/>
          <p:cNvSpPr txBox="1">
            <a:spLocks noGrp="1"/>
          </p:cNvSpPr>
          <p:nvPr>
            <p:ph type="body" idx="8"/>
          </p:nvPr>
        </p:nvSpPr>
        <p:spPr>
          <a:xfrm>
            <a:off x="664633" y="4220043"/>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5" name="Google Shape;145;p87"/>
          <p:cNvSpPr txBox="1">
            <a:spLocks noGrp="1"/>
          </p:cNvSpPr>
          <p:nvPr>
            <p:ph type="body" idx="9"/>
          </p:nvPr>
        </p:nvSpPr>
        <p:spPr>
          <a:xfrm>
            <a:off x="290244" y="201873"/>
            <a:ext cx="5118900" cy="314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300"/>
              <a:buFont typeface="Arial"/>
              <a:buNone/>
              <a:defRPr sz="1300" b="0" i="0" u="none" strike="noStrike" cap="none">
                <a:solidFill>
                  <a:schemeClr val="dk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6" name="Google Shape;146;p87"/>
          <p:cNvSpPr txBox="1"/>
          <p:nvPr/>
        </p:nvSpPr>
        <p:spPr>
          <a:xfrm>
            <a:off x="163758" y="6463552"/>
            <a:ext cx="1188900" cy="20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50"/>
              <a:buFont typeface="Arial"/>
              <a:buNone/>
            </a:pPr>
            <a:r>
              <a:rPr lang="de-DE" sz="750" b="0" i="0" u="none" strike="noStrike" cap="none">
                <a:solidFill>
                  <a:schemeClr val="accent4"/>
                </a:solidFill>
                <a:latin typeface="Space Grotesk"/>
                <a:ea typeface="Space Grotesk"/>
                <a:cs typeface="Space Grotesk"/>
                <a:sym typeface="Space Grotesk"/>
              </a:rPr>
              <a:t>4TU.RESEARCH DATA</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90505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xtra 01">
  <p:cSld name="Extra 01">
    <p:spTree>
      <p:nvGrpSpPr>
        <p:cNvPr id="1" name="Shape 490"/>
        <p:cNvGrpSpPr/>
        <p:nvPr/>
      </p:nvGrpSpPr>
      <p:grpSpPr>
        <a:xfrm>
          <a:off x="0" y="0"/>
          <a:ext cx="0" cy="0"/>
          <a:chOff x="0" y="0"/>
          <a:chExt cx="0" cy="0"/>
        </a:xfrm>
      </p:grpSpPr>
      <p:sp>
        <p:nvSpPr>
          <p:cNvPr id="491" name="Google Shape;491;p127"/>
          <p:cNvSpPr>
            <a:spLocks noGrp="1"/>
          </p:cNvSpPr>
          <p:nvPr>
            <p:ph type="pic" idx="2"/>
          </p:nvPr>
        </p:nvSpPr>
        <p:spPr>
          <a:xfrm>
            <a:off x="8372475" y="2028825"/>
            <a:ext cx="3568700" cy="4305300"/>
          </a:xfrm>
          <a:prstGeom prst="rect">
            <a:avLst/>
          </a:prstGeom>
          <a:noFill/>
          <a:ln>
            <a:noFill/>
          </a:ln>
        </p:spPr>
        <p:txBody>
          <a:bodyPr/>
          <a:lstStyle/>
          <a:p>
            <a:endParaRPr lang="nl-NL"/>
          </a:p>
        </p:txBody>
      </p:sp>
      <p:sp>
        <p:nvSpPr>
          <p:cNvPr id="492" name="Google Shape;492;p127"/>
          <p:cNvSpPr txBox="1">
            <a:spLocks noGrp="1"/>
          </p:cNvSpPr>
          <p:nvPr>
            <p:ph type="body" idx="1"/>
          </p:nvPr>
        </p:nvSpPr>
        <p:spPr>
          <a:xfrm>
            <a:off x="163440" y="4319974"/>
            <a:ext cx="5420326" cy="7024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3" name="Google Shape;493;p127"/>
          <p:cNvSpPr txBox="1">
            <a:spLocks noGrp="1"/>
          </p:cNvSpPr>
          <p:nvPr>
            <p:ph type="body" idx="3"/>
          </p:nvPr>
        </p:nvSpPr>
        <p:spPr>
          <a:xfrm>
            <a:off x="163439" y="5187734"/>
            <a:ext cx="5420328" cy="12299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dk1"/>
              </a:buClr>
              <a:buSzPts val="1100"/>
              <a:buFont typeface="Inter Light"/>
              <a:buNone/>
              <a:defRPr sz="11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4" name="Google Shape;494;p127"/>
          <p:cNvSpPr/>
          <p:nvPr/>
        </p:nvSpPr>
        <p:spPr>
          <a:xfrm>
            <a:off x="249799" y="4117104"/>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5" name="Google Shape;495;p127"/>
          <p:cNvSpPr txBox="1">
            <a:spLocks noGrp="1"/>
          </p:cNvSpPr>
          <p:nvPr>
            <p:ph type="body" idx="4"/>
          </p:nvPr>
        </p:nvSpPr>
        <p:spPr>
          <a:xfrm>
            <a:off x="249799" y="4051063"/>
            <a:ext cx="4223651"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750"/>
              <a:buFont typeface="Arial"/>
              <a:buNone/>
              <a:defRPr sz="750" b="0" i="0" u="none" strike="noStrike" cap="none">
                <a:solidFill>
                  <a:schemeClr val="dk1"/>
                </a:solidFill>
                <a:latin typeface="Space Grotesk"/>
                <a:ea typeface="Space Grotesk"/>
                <a:cs typeface="Space Grotesk"/>
                <a:sym typeface="Space Grotesk"/>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6" name="Google Shape;496;p127"/>
          <p:cNvSpPr txBox="1">
            <a:spLocks noGrp="1"/>
          </p:cNvSpPr>
          <p:nvPr>
            <p:ph type="body" idx="5"/>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7" name="Google Shape;497;p127"/>
          <p:cNvSpPr txBox="1">
            <a:spLocks noGrp="1"/>
          </p:cNvSpPr>
          <p:nvPr>
            <p:ph type="body" idx="6"/>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8" name="Google Shape;498;p127"/>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9" name="Google Shape;499;p127"/>
          <p:cNvSpPr txBox="1">
            <a:spLocks noGrp="1"/>
          </p:cNvSpPr>
          <p:nvPr>
            <p:ph type="body" idx="7"/>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300"/>
              <a:buFont typeface="Arial"/>
              <a:buNone/>
              <a:defRPr sz="1300" b="0" i="0" u="none" strike="noStrike" cap="none">
                <a:solidFill>
                  <a:schemeClr val="dk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25201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xt with photo 01">
  <p:cSld name="Text with photo 01">
    <p:spTree>
      <p:nvGrpSpPr>
        <p:cNvPr id="1" name="Shape 135"/>
        <p:cNvGrpSpPr/>
        <p:nvPr/>
      </p:nvGrpSpPr>
      <p:grpSpPr>
        <a:xfrm>
          <a:off x="0" y="0"/>
          <a:ext cx="0" cy="0"/>
          <a:chOff x="0" y="0"/>
          <a:chExt cx="0" cy="0"/>
        </a:xfrm>
      </p:grpSpPr>
      <p:sp>
        <p:nvSpPr>
          <p:cNvPr id="136" name="Google Shape;136;p87"/>
          <p:cNvSpPr txBox="1">
            <a:spLocks noGrp="1"/>
          </p:cNvSpPr>
          <p:nvPr>
            <p:ph type="body" idx="1"/>
          </p:nvPr>
        </p:nvSpPr>
        <p:spPr>
          <a:xfrm>
            <a:off x="1936750" y="6473707"/>
            <a:ext cx="4673700" cy="207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7" name="Google Shape;137;p87"/>
          <p:cNvSpPr txBox="1">
            <a:spLocks noGrp="1"/>
          </p:cNvSpPr>
          <p:nvPr>
            <p:ph type="body" idx="2"/>
          </p:nvPr>
        </p:nvSpPr>
        <p:spPr>
          <a:xfrm>
            <a:off x="10131490" y="6473707"/>
            <a:ext cx="1897500" cy="2079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8" name="Google Shape;138;p87"/>
          <p:cNvSpPr>
            <a:spLocks noGrp="1"/>
          </p:cNvSpPr>
          <p:nvPr>
            <p:ph type="pic" idx="3"/>
          </p:nvPr>
        </p:nvSpPr>
        <p:spPr>
          <a:xfrm>
            <a:off x="6096000" y="0"/>
            <a:ext cx="6096000" cy="6858000"/>
          </a:xfrm>
          <a:prstGeom prst="rect">
            <a:avLst/>
          </a:prstGeom>
          <a:noFill/>
          <a:ln>
            <a:noFill/>
          </a:ln>
        </p:spPr>
        <p:txBody>
          <a:bodyPr/>
          <a:lstStyle/>
          <a:p>
            <a:endParaRPr lang="nl-NL"/>
          </a:p>
        </p:txBody>
      </p:sp>
      <p:sp>
        <p:nvSpPr>
          <p:cNvPr id="139" name="Google Shape;139;p87"/>
          <p:cNvSpPr/>
          <p:nvPr/>
        </p:nvSpPr>
        <p:spPr>
          <a:xfrm>
            <a:off x="249799" y="285269"/>
            <a:ext cx="81000" cy="81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0" name="Google Shape;140;p87"/>
          <p:cNvSpPr txBox="1">
            <a:spLocks noGrp="1"/>
          </p:cNvSpPr>
          <p:nvPr>
            <p:ph type="body" idx="4"/>
          </p:nvPr>
        </p:nvSpPr>
        <p:spPr>
          <a:xfrm>
            <a:off x="156666" y="559269"/>
            <a:ext cx="5553300" cy="171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1" name="Google Shape;141;p87"/>
          <p:cNvSpPr txBox="1">
            <a:spLocks noGrp="1"/>
          </p:cNvSpPr>
          <p:nvPr>
            <p:ph type="body" idx="5"/>
          </p:nvPr>
        </p:nvSpPr>
        <p:spPr>
          <a:xfrm>
            <a:off x="664633" y="5939787"/>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2" name="Google Shape;142;p87"/>
          <p:cNvSpPr txBox="1">
            <a:spLocks noGrp="1"/>
          </p:cNvSpPr>
          <p:nvPr>
            <p:ph type="body" idx="6"/>
          </p:nvPr>
        </p:nvSpPr>
        <p:spPr>
          <a:xfrm>
            <a:off x="664633" y="4793292"/>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3" name="Google Shape;143;p87"/>
          <p:cNvSpPr txBox="1">
            <a:spLocks noGrp="1"/>
          </p:cNvSpPr>
          <p:nvPr>
            <p:ph type="body" idx="7"/>
          </p:nvPr>
        </p:nvSpPr>
        <p:spPr>
          <a:xfrm>
            <a:off x="664633" y="5362093"/>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4" name="Google Shape;144;p87"/>
          <p:cNvSpPr txBox="1">
            <a:spLocks noGrp="1"/>
          </p:cNvSpPr>
          <p:nvPr>
            <p:ph type="body" idx="8"/>
          </p:nvPr>
        </p:nvSpPr>
        <p:spPr>
          <a:xfrm>
            <a:off x="664633" y="4220043"/>
            <a:ext cx="5174100" cy="40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5" name="Google Shape;145;p87"/>
          <p:cNvSpPr txBox="1">
            <a:spLocks noGrp="1"/>
          </p:cNvSpPr>
          <p:nvPr>
            <p:ph type="body" idx="9"/>
          </p:nvPr>
        </p:nvSpPr>
        <p:spPr>
          <a:xfrm>
            <a:off x="290244" y="201873"/>
            <a:ext cx="5118900" cy="314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300"/>
              <a:buFont typeface="Arial"/>
              <a:buNone/>
              <a:defRPr sz="1300" b="0" i="0" u="none" strike="noStrike" cap="none">
                <a:solidFill>
                  <a:schemeClr val="dk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6" name="Google Shape;146;p87"/>
          <p:cNvSpPr txBox="1"/>
          <p:nvPr/>
        </p:nvSpPr>
        <p:spPr>
          <a:xfrm>
            <a:off x="163758" y="6463552"/>
            <a:ext cx="1188900" cy="20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50"/>
              <a:buFont typeface="Arial"/>
              <a:buNone/>
            </a:pPr>
            <a:r>
              <a:rPr lang="de-DE" sz="750" b="0" i="0" u="none" strike="noStrike" cap="none">
                <a:solidFill>
                  <a:schemeClr val="accent4"/>
                </a:solidFill>
                <a:latin typeface="Space Grotesk"/>
                <a:ea typeface="Space Grotesk"/>
                <a:cs typeface="Space Grotesk"/>
                <a:sym typeface="Space Grotesk"/>
              </a:rPr>
              <a:t>4TU.RESEARCH DATA</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ata 01">
  <p:cSld name="Data 01">
    <p:spTree>
      <p:nvGrpSpPr>
        <p:cNvPr id="1" name="Shape 424"/>
        <p:cNvGrpSpPr/>
        <p:nvPr/>
      </p:nvGrpSpPr>
      <p:grpSpPr>
        <a:xfrm>
          <a:off x="0" y="0"/>
          <a:ext cx="0" cy="0"/>
          <a:chOff x="0" y="0"/>
          <a:chExt cx="0" cy="0"/>
        </a:xfrm>
      </p:grpSpPr>
      <p:sp>
        <p:nvSpPr>
          <p:cNvPr id="425" name="Google Shape;425;p121"/>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6" name="Google Shape;426;p121"/>
          <p:cNvSpPr txBox="1">
            <a:spLocks noGrp="1"/>
          </p:cNvSpPr>
          <p:nvPr>
            <p:ph type="body" idx="1"/>
          </p:nvPr>
        </p:nvSpPr>
        <p:spPr>
          <a:xfrm>
            <a:off x="1494373" y="5128324"/>
            <a:ext cx="1974300" cy="8037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lt1"/>
              </a:buClr>
              <a:buSzPts val="1500"/>
              <a:buFont typeface="Inter Light"/>
              <a:buNone/>
              <a:defRPr sz="1500" b="0" i="0" u="none" strike="noStrike" cap="none">
                <a:solidFill>
                  <a:schemeClr val="lt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27" name="Google Shape;427;p121"/>
          <p:cNvSpPr/>
          <p:nvPr/>
        </p:nvSpPr>
        <p:spPr>
          <a:xfrm>
            <a:off x="2249997" y="4849273"/>
            <a:ext cx="45600" cy="456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8" name="Google Shape;428;p121"/>
          <p:cNvSpPr txBox="1">
            <a:spLocks noGrp="1"/>
          </p:cNvSpPr>
          <p:nvPr>
            <p:ph type="body" idx="2"/>
          </p:nvPr>
        </p:nvSpPr>
        <p:spPr>
          <a:xfrm>
            <a:off x="2249997" y="4779000"/>
            <a:ext cx="555600" cy="186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29" name="Google Shape;429;p121"/>
          <p:cNvSpPr/>
          <p:nvPr/>
        </p:nvSpPr>
        <p:spPr>
          <a:xfrm>
            <a:off x="2249997" y="3283137"/>
            <a:ext cx="45600" cy="456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0" name="Google Shape;430;p121"/>
          <p:cNvSpPr txBox="1">
            <a:spLocks noGrp="1"/>
          </p:cNvSpPr>
          <p:nvPr>
            <p:ph type="body" idx="3"/>
          </p:nvPr>
        </p:nvSpPr>
        <p:spPr>
          <a:xfrm>
            <a:off x="2249997" y="3212864"/>
            <a:ext cx="653100" cy="186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1" name="Google Shape;431;p121"/>
          <p:cNvSpPr txBox="1">
            <a:spLocks noGrp="1"/>
          </p:cNvSpPr>
          <p:nvPr>
            <p:ph type="body" idx="4"/>
          </p:nvPr>
        </p:nvSpPr>
        <p:spPr>
          <a:xfrm>
            <a:off x="-1405579" y="2275291"/>
            <a:ext cx="1296000" cy="2613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2" name="Google Shape;432;p121"/>
          <p:cNvSpPr txBox="1">
            <a:spLocks noGrp="1"/>
          </p:cNvSpPr>
          <p:nvPr>
            <p:ph type="body" idx="5"/>
          </p:nvPr>
        </p:nvSpPr>
        <p:spPr>
          <a:xfrm>
            <a:off x="-1646014" y="2275300"/>
            <a:ext cx="1296000" cy="2613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3" name="Google Shape;433;p121"/>
          <p:cNvSpPr txBox="1">
            <a:spLocks noGrp="1"/>
          </p:cNvSpPr>
          <p:nvPr>
            <p:ph type="body" idx="6"/>
          </p:nvPr>
        </p:nvSpPr>
        <p:spPr>
          <a:xfrm>
            <a:off x="-1405581" y="2608254"/>
            <a:ext cx="1296000" cy="2613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4" name="Google Shape;434;p121"/>
          <p:cNvSpPr txBox="1">
            <a:spLocks noGrp="1"/>
          </p:cNvSpPr>
          <p:nvPr>
            <p:ph type="body" idx="7"/>
          </p:nvPr>
        </p:nvSpPr>
        <p:spPr>
          <a:xfrm>
            <a:off x="-1646014" y="3053958"/>
            <a:ext cx="1296000" cy="2613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5" name="Google Shape;435;p121"/>
          <p:cNvSpPr txBox="1">
            <a:spLocks noGrp="1"/>
          </p:cNvSpPr>
          <p:nvPr>
            <p:ph type="body" idx="8"/>
          </p:nvPr>
        </p:nvSpPr>
        <p:spPr>
          <a:xfrm>
            <a:off x="8723396" y="5128324"/>
            <a:ext cx="1974233" cy="80370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lt1"/>
              </a:buClr>
              <a:buSzPts val="1500"/>
              <a:buFont typeface="Inter Light"/>
              <a:buNone/>
              <a:defRPr sz="1500" b="0" i="0" u="none" strike="noStrike" cap="none">
                <a:solidFill>
                  <a:schemeClr val="lt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6" name="Google Shape;436;p121"/>
          <p:cNvSpPr/>
          <p:nvPr/>
        </p:nvSpPr>
        <p:spPr>
          <a:xfrm>
            <a:off x="9479020" y="4849273"/>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7" name="Google Shape;437;p121"/>
          <p:cNvSpPr txBox="1">
            <a:spLocks noGrp="1"/>
          </p:cNvSpPr>
          <p:nvPr>
            <p:ph type="body" idx="9"/>
          </p:nvPr>
        </p:nvSpPr>
        <p:spPr>
          <a:xfrm>
            <a:off x="9479020" y="4779000"/>
            <a:ext cx="555625"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8" name="Google Shape;438;p121"/>
          <p:cNvSpPr txBox="1">
            <a:spLocks noGrp="1"/>
          </p:cNvSpPr>
          <p:nvPr>
            <p:ph type="body" idx="13"/>
          </p:nvPr>
        </p:nvSpPr>
        <p:spPr>
          <a:xfrm>
            <a:off x="5139796" y="3691815"/>
            <a:ext cx="2394514" cy="80370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lt1"/>
              </a:buClr>
              <a:buSzPts val="1500"/>
              <a:buFont typeface="Inter Light"/>
              <a:buNone/>
              <a:defRPr sz="1500" b="0" i="0" u="none" strike="noStrike" cap="none">
                <a:solidFill>
                  <a:schemeClr val="lt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39" name="Google Shape;439;p121"/>
          <p:cNvSpPr txBox="1">
            <a:spLocks noGrp="1"/>
          </p:cNvSpPr>
          <p:nvPr>
            <p:ph type="body" idx="14"/>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40" name="Google Shape;440;p121"/>
          <p:cNvSpPr txBox="1">
            <a:spLocks noGrp="1"/>
          </p:cNvSpPr>
          <p:nvPr>
            <p:ph type="body" idx="15"/>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ata 02">
  <p:cSld name="Data 02">
    <p:spTree>
      <p:nvGrpSpPr>
        <p:cNvPr id="1" name="Shape 441"/>
        <p:cNvGrpSpPr/>
        <p:nvPr/>
      </p:nvGrpSpPr>
      <p:grpSpPr>
        <a:xfrm>
          <a:off x="0" y="0"/>
          <a:ext cx="0" cy="0"/>
          <a:chOff x="0" y="0"/>
          <a:chExt cx="0" cy="0"/>
        </a:xfrm>
      </p:grpSpPr>
      <p:sp>
        <p:nvSpPr>
          <p:cNvPr id="442" name="Google Shape;442;p122"/>
          <p:cNvSpPr txBox="1">
            <a:spLocks noGrp="1"/>
          </p:cNvSpPr>
          <p:nvPr>
            <p:ph type="body" idx="1"/>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43" name="Google Shape;443;p122"/>
          <p:cNvSpPr txBox="1">
            <a:spLocks noGrp="1"/>
          </p:cNvSpPr>
          <p:nvPr>
            <p:ph type="body" idx="2"/>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44" name="Google Shape;444;p122"/>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5" name="Google Shape;445;p122"/>
          <p:cNvSpPr txBox="1">
            <a:spLocks noGrp="1"/>
          </p:cNvSpPr>
          <p:nvPr>
            <p:ph type="body" idx="3"/>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300"/>
              <a:buFont typeface="Arial"/>
              <a:buNone/>
              <a:defRPr sz="1300" b="0" i="0" u="none" strike="noStrike" cap="none">
                <a:solidFill>
                  <a:schemeClr val="dk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46" name="Google Shape;446;p122"/>
          <p:cNvSpPr txBox="1">
            <a:spLocks noGrp="1"/>
          </p:cNvSpPr>
          <p:nvPr>
            <p:ph type="body" idx="4"/>
          </p:nvPr>
        </p:nvSpPr>
        <p:spPr>
          <a:xfrm>
            <a:off x="163758" y="507041"/>
            <a:ext cx="7467561" cy="11664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0"/>
              </a:spcBef>
              <a:spcAft>
                <a:spcPts val="0"/>
              </a:spcAft>
              <a:buClr>
                <a:schemeClr val="dk1"/>
              </a:buClr>
              <a:buSzPts val="2000"/>
              <a:buFont typeface="Inter Light"/>
              <a:buNone/>
              <a:defRPr sz="20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ata 03">
  <p:cSld name="Data 03">
    <p:spTree>
      <p:nvGrpSpPr>
        <p:cNvPr id="1" name="Shape 447"/>
        <p:cNvGrpSpPr/>
        <p:nvPr/>
      </p:nvGrpSpPr>
      <p:grpSpPr>
        <a:xfrm>
          <a:off x="0" y="0"/>
          <a:ext cx="0" cy="0"/>
          <a:chOff x="0" y="0"/>
          <a:chExt cx="0" cy="0"/>
        </a:xfrm>
      </p:grpSpPr>
      <p:sp>
        <p:nvSpPr>
          <p:cNvPr id="448" name="Google Shape;448;p123"/>
          <p:cNvSpPr/>
          <p:nvPr/>
        </p:nvSpPr>
        <p:spPr>
          <a:xfrm>
            <a:off x="6096000" y="0"/>
            <a:ext cx="6096000" cy="6858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9" name="Google Shape;449;p123"/>
          <p:cNvSpPr txBox="1">
            <a:spLocks noGrp="1"/>
          </p:cNvSpPr>
          <p:nvPr>
            <p:ph type="body" idx="1"/>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0" name="Google Shape;450;p123"/>
          <p:cNvSpPr txBox="1">
            <a:spLocks noGrp="1"/>
          </p:cNvSpPr>
          <p:nvPr>
            <p:ph type="body" idx="2"/>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1" name="Google Shape;451;p123"/>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2" name="Google Shape;452;p123"/>
          <p:cNvSpPr txBox="1">
            <a:spLocks noGrp="1"/>
          </p:cNvSpPr>
          <p:nvPr>
            <p:ph type="body" idx="3"/>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300"/>
              <a:buFont typeface="Arial"/>
              <a:buNone/>
              <a:defRPr sz="1300" b="0" i="0" u="none" strike="noStrike" cap="none">
                <a:solidFill>
                  <a:schemeClr val="dk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3" name="Google Shape;453;p123"/>
          <p:cNvSpPr/>
          <p:nvPr/>
        </p:nvSpPr>
        <p:spPr>
          <a:xfrm>
            <a:off x="249790" y="4074365"/>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4" name="Google Shape;454;p123"/>
          <p:cNvSpPr txBox="1">
            <a:spLocks noGrp="1"/>
          </p:cNvSpPr>
          <p:nvPr>
            <p:ph type="body" idx="4"/>
          </p:nvPr>
        </p:nvSpPr>
        <p:spPr>
          <a:xfrm>
            <a:off x="249790" y="4008324"/>
            <a:ext cx="3560201"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750"/>
              <a:buFont typeface="Arial"/>
              <a:buNone/>
              <a:defRPr sz="750" b="0" i="0" u="none" strike="noStrike" cap="none">
                <a:solidFill>
                  <a:schemeClr val="dk1"/>
                </a:solidFill>
                <a:latin typeface="Space Grotesk"/>
                <a:ea typeface="Space Grotesk"/>
                <a:cs typeface="Space Grotesk"/>
                <a:sym typeface="Space Grotesk"/>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5" name="Google Shape;455;p123"/>
          <p:cNvSpPr txBox="1">
            <a:spLocks noGrp="1"/>
          </p:cNvSpPr>
          <p:nvPr>
            <p:ph type="body" idx="5"/>
          </p:nvPr>
        </p:nvSpPr>
        <p:spPr>
          <a:xfrm>
            <a:off x="154971" y="4319727"/>
            <a:ext cx="5676869" cy="7024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6" name="Google Shape;456;p123"/>
          <p:cNvSpPr txBox="1">
            <a:spLocks noGrp="1"/>
          </p:cNvSpPr>
          <p:nvPr>
            <p:ph type="body" idx="6"/>
          </p:nvPr>
        </p:nvSpPr>
        <p:spPr>
          <a:xfrm>
            <a:off x="154970" y="5187487"/>
            <a:ext cx="5676869" cy="12037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dk1"/>
              </a:buClr>
              <a:buSzPts val="1100"/>
              <a:buFont typeface="Inter Light"/>
              <a:buNone/>
              <a:defRPr sz="11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7" name="Google Shape;457;p123"/>
          <p:cNvSpPr/>
          <p:nvPr/>
        </p:nvSpPr>
        <p:spPr>
          <a:xfrm>
            <a:off x="6360161" y="4074365"/>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8" name="Google Shape;458;p123"/>
          <p:cNvSpPr txBox="1">
            <a:spLocks noGrp="1"/>
          </p:cNvSpPr>
          <p:nvPr>
            <p:ph type="body" idx="7"/>
          </p:nvPr>
        </p:nvSpPr>
        <p:spPr>
          <a:xfrm>
            <a:off x="6360161" y="4008324"/>
            <a:ext cx="3560201"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750"/>
              <a:buFont typeface="Arial"/>
              <a:buNone/>
              <a:defRPr sz="750" b="0" i="0" u="none" strike="noStrike" cap="none">
                <a:solidFill>
                  <a:schemeClr val="dk1"/>
                </a:solidFill>
                <a:latin typeface="Space Grotesk"/>
                <a:ea typeface="Space Grotesk"/>
                <a:cs typeface="Space Grotesk"/>
                <a:sym typeface="Space Grotesk"/>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9" name="Google Shape;459;p123"/>
          <p:cNvSpPr txBox="1">
            <a:spLocks noGrp="1"/>
          </p:cNvSpPr>
          <p:nvPr>
            <p:ph type="body" idx="8"/>
          </p:nvPr>
        </p:nvSpPr>
        <p:spPr>
          <a:xfrm>
            <a:off x="6265342" y="4319727"/>
            <a:ext cx="5676869" cy="7024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60" name="Google Shape;460;p123"/>
          <p:cNvSpPr txBox="1">
            <a:spLocks noGrp="1"/>
          </p:cNvSpPr>
          <p:nvPr>
            <p:ph type="body" idx="9"/>
          </p:nvPr>
        </p:nvSpPr>
        <p:spPr>
          <a:xfrm>
            <a:off x="6265341" y="5187487"/>
            <a:ext cx="5676869" cy="12037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dk1"/>
              </a:buClr>
              <a:buSzPts val="1100"/>
              <a:buFont typeface="Inter Light"/>
              <a:buNone/>
              <a:defRPr sz="11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61" name="Google Shape;461;p123"/>
          <p:cNvSpPr txBox="1">
            <a:spLocks noGrp="1"/>
          </p:cNvSpPr>
          <p:nvPr>
            <p:ph type="body" idx="13"/>
          </p:nvPr>
        </p:nvSpPr>
        <p:spPr>
          <a:xfrm>
            <a:off x="144767" y="573084"/>
            <a:ext cx="4429239"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3000"/>
              <a:buFont typeface="Inter Light"/>
              <a:buNone/>
              <a:defRPr sz="3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62" name="Google Shape;462;p123"/>
          <p:cNvSpPr txBox="1">
            <a:spLocks noGrp="1"/>
          </p:cNvSpPr>
          <p:nvPr>
            <p:ph type="body" idx="14"/>
          </p:nvPr>
        </p:nvSpPr>
        <p:spPr>
          <a:xfrm>
            <a:off x="6265341" y="573084"/>
            <a:ext cx="4429239"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3000"/>
              <a:buFont typeface="Inter Light"/>
              <a:buNone/>
              <a:defRPr sz="3000" b="0" i="0" u="none" strike="noStrike" cap="none">
                <a:solidFill>
                  <a:schemeClr val="dk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ata 05">
  <p:cSld name="Data 05">
    <p:spTree>
      <p:nvGrpSpPr>
        <p:cNvPr id="1" name="Shape 477"/>
        <p:cNvGrpSpPr/>
        <p:nvPr/>
      </p:nvGrpSpPr>
      <p:grpSpPr>
        <a:xfrm>
          <a:off x="0" y="0"/>
          <a:ext cx="0" cy="0"/>
          <a:chOff x="0" y="0"/>
          <a:chExt cx="0" cy="0"/>
        </a:xfrm>
      </p:grpSpPr>
      <p:sp>
        <p:nvSpPr>
          <p:cNvPr id="478" name="Google Shape;478;p125"/>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9" name="Google Shape;479;p125"/>
          <p:cNvSpPr txBox="1">
            <a:spLocks noGrp="1"/>
          </p:cNvSpPr>
          <p:nvPr>
            <p:ph type="body" idx="1"/>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300"/>
              <a:buFont typeface="Arial"/>
              <a:buNone/>
              <a:defRPr sz="1300" b="0" i="0" u="none" strike="noStrike" cap="none">
                <a:solidFill>
                  <a:schemeClr val="lt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0" name="Google Shape;480;p125"/>
          <p:cNvSpPr txBox="1">
            <a:spLocks noGrp="1"/>
          </p:cNvSpPr>
          <p:nvPr>
            <p:ph type="body" idx="2"/>
          </p:nvPr>
        </p:nvSpPr>
        <p:spPr>
          <a:xfrm>
            <a:off x="932425" y="2845869"/>
            <a:ext cx="2715650"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Inter Light"/>
              <a:buNone/>
              <a:defRPr sz="2500" b="0" i="0" u="none" strike="noStrike" cap="none">
                <a:solidFill>
                  <a:schemeClr val="lt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1" name="Google Shape;481;p125"/>
          <p:cNvSpPr txBox="1">
            <a:spLocks noGrp="1"/>
          </p:cNvSpPr>
          <p:nvPr>
            <p:ph type="body" idx="3"/>
          </p:nvPr>
        </p:nvSpPr>
        <p:spPr>
          <a:xfrm>
            <a:off x="4599744" y="2845869"/>
            <a:ext cx="2715650"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Inter Light"/>
              <a:buNone/>
              <a:defRPr sz="2500" b="0" i="0" u="none" strike="noStrike" cap="none">
                <a:solidFill>
                  <a:schemeClr val="lt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2" name="Google Shape;482;p125"/>
          <p:cNvSpPr txBox="1">
            <a:spLocks noGrp="1"/>
          </p:cNvSpPr>
          <p:nvPr>
            <p:ph type="body" idx="4"/>
          </p:nvPr>
        </p:nvSpPr>
        <p:spPr>
          <a:xfrm>
            <a:off x="8267063" y="2845869"/>
            <a:ext cx="2715650"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Inter Light"/>
              <a:buNone/>
              <a:defRPr sz="2500" b="0" i="0" u="none" strike="noStrike" cap="none">
                <a:solidFill>
                  <a:schemeClr val="lt1"/>
                </a:solidFill>
                <a:latin typeface="Inter Light"/>
                <a:ea typeface="Inter Light"/>
                <a:cs typeface="Inter Light"/>
                <a:sym typeface="Inter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3" name="Google Shape;483;p125"/>
          <p:cNvSpPr txBox="1">
            <a:spLocks noGrp="1"/>
          </p:cNvSpPr>
          <p:nvPr>
            <p:ph type="body" idx="5"/>
          </p:nvPr>
        </p:nvSpPr>
        <p:spPr>
          <a:xfrm>
            <a:off x="932426" y="3634439"/>
            <a:ext cx="2982350" cy="11185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lt1"/>
              </a:buClr>
              <a:buSzPts val="1100"/>
              <a:buFont typeface="Inter Light"/>
              <a:buNone/>
              <a:defRPr sz="1100" b="0" i="0" u="none" strike="noStrike" cap="none">
                <a:solidFill>
                  <a:schemeClr val="lt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4" name="Google Shape;484;p125"/>
          <p:cNvSpPr txBox="1">
            <a:spLocks noGrp="1"/>
          </p:cNvSpPr>
          <p:nvPr>
            <p:ph type="body" idx="6"/>
          </p:nvPr>
        </p:nvSpPr>
        <p:spPr>
          <a:xfrm>
            <a:off x="4599744" y="3634439"/>
            <a:ext cx="2982350" cy="11185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lt1"/>
              </a:buClr>
              <a:buSzPts val="1100"/>
              <a:buFont typeface="Inter Light"/>
              <a:buNone/>
              <a:defRPr sz="1100" b="0" i="0" u="none" strike="noStrike" cap="none">
                <a:solidFill>
                  <a:schemeClr val="lt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5" name="Google Shape;485;p125"/>
          <p:cNvSpPr txBox="1">
            <a:spLocks noGrp="1"/>
          </p:cNvSpPr>
          <p:nvPr>
            <p:ph type="body" idx="7"/>
          </p:nvPr>
        </p:nvSpPr>
        <p:spPr>
          <a:xfrm>
            <a:off x="8267062" y="3634439"/>
            <a:ext cx="2982350" cy="11185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lt1"/>
              </a:buClr>
              <a:buSzPts val="1100"/>
              <a:buFont typeface="Inter Light"/>
              <a:buNone/>
              <a:defRPr sz="1100" b="0" i="0" u="none" strike="noStrike" cap="none">
                <a:solidFill>
                  <a:schemeClr val="lt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6" name="Google Shape;486;p125"/>
          <p:cNvSpPr txBox="1">
            <a:spLocks noGrp="1"/>
          </p:cNvSpPr>
          <p:nvPr>
            <p:ph type="body" idx="8"/>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87" name="Google Shape;487;p125"/>
          <p:cNvSpPr txBox="1">
            <a:spLocks noGrp="1"/>
          </p:cNvSpPr>
          <p:nvPr>
            <p:ph type="body" idx="9"/>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xtra 01">
  <p:cSld name="Extra 01">
    <p:spTree>
      <p:nvGrpSpPr>
        <p:cNvPr id="1" name="Shape 490"/>
        <p:cNvGrpSpPr/>
        <p:nvPr/>
      </p:nvGrpSpPr>
      <p:grpSpPr>
        <a:xfrm>
          <a:off x="0" y="0"/>
          <a:ext cx="0" cy="0"/>
          <a:chOff x="0" y="0"/>
          <a:chExt cx="0" cy="0"/>
        </a:xfrm>
      </p:grpSpPr>
      <p:sp>
        <p:nvSpPr>
          <p:cNvPr id="491" name="Google Shape;491;p127"/>
          <p:cNvSpPr>
            <a:spLocks noGrp="1"/>
          </p:cNvSpPr>
          <p:nvPr>
            <p:ph type="pic" idx="2"/>
          </p:nvPr>
        </p:nvSpPr>
        <p:spPr>
          <a:xfrm>
            <a:off x="8372475" y="2028825"/>
            <a:ext cx="3568700" cy="4305300"/>
          </a:xfrm>
          <a:prstGeom prst="rect">
            <a:avLst/>
          </a:prstGeom>
          <a:noFill/>
          <a:ln>
            <a:noFill/>
          </a:ln>
        </p:spPr>
        <p:txBody>
          <a:bodyPr/>
          <a:lstStyle/>
          <a:p>
            <a:endParaRPr lang="nl-NL"/>
          </a:p>
        </p:txBody>
      </p:sp>
      <p:sp>
        <p:nvSpPr>
          <p:cNvPr id="492" name="Google Shape;492;p127"/>
          <p:cNvSpPr txBox="1">
            <a:spLocks noGrp="1"/>
          </p:cNvSpPr>
          <p:nvPr>
            <p:ph type="body" idx="1"/>
          </p:nvPr>
        </p:nvSpPr>
        <p:spPr>
          <a:xfrm>
            <a:off x="163440" y="4319974"/>
            <a:ext cx="5420326" cy="7024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3" name="Google Shape;493;p127"/>
          <p:cNvSpPr txBox="1">
            <a:spLocks noGrp="1"/>
          </p:cNvSpPr>
          <p:nvPr>
            <p:ph type="body" idx="3"/>
          </p:nvPr>
        </p:nvSpPr>
        <p:spPr>
          <a:xfrm>
            <a:off x="163439" y="5187734"/>
            <a:ext cx="5420328" cy="12299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dk1"/>
              </a:buClr>
              <a:buSzPts val="1100"/>
              <a:buFont typeface="Inter Light"/>
              <a:buNone/>
              <a:defRPr sz="11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4" name="Google Shape;494;p127"/>
          <p:cNvSpPr/>
          <p:nvPr/>
        </p:nvSpPr>
        <p:spPr>
          <a:xfrm>
            <a:off x="249799" y="4117104"/>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5" name="Google Shape;495;p127"/>
          <p:cNvSpPr txBox="1">
            <a:spLocks noGrp="1"/>
          </p:cNvSpPr>
          <p:nvPr>
            <p:ph type="body" idx="4"/>
          </p:nvPr>
        </p:nvSpPr>
        <p:spPr>
          <a:xfrm>
            <a:off x="249799" y="4051063"/>
            <a:ext cx="4223651"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750"/>
              <a:buFont typeface="Arial"/>
              <a:buNone/>
              <a:defRPr sz="750" b="0" i="0" u="none" strike="noStrike" cap="none">
                <a:solidFill>
                  <a:schemeClr val="dk1"/>
                </a:solidFill>
                <a:latin typeface="Space Grotesk"/>
                <a:ea typeface="Space Grotesk"/>
                <a:cs typeface="Space Grotesk"/>
                <a:sym typeface="Space Grotesk"/>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6" name="Google Shape;496;p127"/>
          <p:cNvSpPr txBox="1">
            <a:spLocks noGrp="1"/>
          </p:cNvSpPr>
          <p:nvPr>
            <p:ph type="body" idx="5"/>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7" name="Google Shape;497;p127"/>
          <p:cNvSpPr txBox="1">
            <a:spLocks noGrp="1"/>
          </p:cNvSpPr>
          <p:nvPr>
            <p:ph type="body" idx="6"/>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8" name="Google Shape;498;p127"/>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9" name="Google Shape;499;p127"/>
          <p:cNvSpPr txBox="1">
            <a:spLocks noGrp="1"/>
          </p:cNvSpPr>
          <p:nvPr>
            <p:ph type="body" idx="7"/>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300"/>
              <a:buFont typeface="Arial"/>
              <a:buNone/>
              <a:defRPr sz="1300" b="0" i="0" u="none" strike="noStrike" cap="none">
                <a:solidFill>
                  <a:schemeClr val="dk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End 04">
  <p:cSld name="1_End 04">
    <p:spTree>
      <p:nvGrpSpPr>
        <p:cNvPr id="1" name="Shape 536"/>
        <p:cNvGrpSpPr/>
        <p:nvPr/>
      </p:nvGrpSpPr>
      <p:grpSpPr>
        <a:xfrm>
          <a:off x="0" y="0"/>
          <a:ext cx="0" cy="0"/>
          <a:chOff x="0" y="0"/>
          <a:chExt cx="0" cy="0"/>
        </a:xfrm>
      </p:grpSpPr>
      <p:sp>
        <p:nvSpPr>
          <p:cNvPr id="537" name="Google Shape;537;p135"/>
          <p:cNvSpPr txBox="1">
            <a:spLocks noGrp="1"/>
          </p:cNvSpPr>
          <p:nvPr>
            <p:ph type="body" idx="1"/>
          </p:nvPr>
        </p:nvSpPr>
        <p:spPr>
          <a:xfrm>
            <a:off x="152400" y="2535723"/>
            <a:ext cx="6454912" cy="190085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1000"/>
              </a:spcBef>
              <a:spcAft>
                <a:spcPts val="0"/>
              </a:spcAft>
              <a:buClr>
                <a:schemeClr val="lt1"/>
              </a:buClr>
              <a:buSzPts val="6000"/>
              <a:buFont typeface="Inter Light"/>
              <a:buNone/>
              <a:defRPr sz="6000" b="0" i="0" u="none" strike="noStrike" cap="none">
                <a:solidFill>
                  <a:schemeClr val="lt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theme" Target="../theme/theme4.xml"/><Relationship Id="rId4"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Shape 27"/>
        <p:cNvGrpSpPr/>
        <p:nvPr/>
      </p:nvGrpSpPr>
      <p:grpSpPr>
        <a:xfrm>
          <a:off x="0" y="0"/>
          <a:ext cx="0" cy="0"/>
          <a:chOff x="0" y="0"/>
          <a:chExt cx="0" cy="0"/>
        </a:xfrm>
      </p:grpSpPr>
      <p:sp>
        <p:nvSpPr>
          <p:cNvPr id="28" name="Google Shape;28;p79"/>
          <p:cNvSpPr txBox="1"/>
          <p:nvPr/>
        </p:nvSpPr>
        <p:spPr>
          <a:xfrm>
            <a:off x="163758" y="6463552"/>
            <a:ext cx="1188792" cy="20774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50"/>
              <a:buFont typeface="Arial"/>
              <a:buNone/>
            </a:pPr>
            <a:r>
              <a:rPr lang="de-DE" sz="750" b="0" i="0" u="none" strike="noStrike" cap="none">
                <a:solidFill>
                  <a:schemeClr val="accent4"/>
                </a:solidFill>
                <a:latin typeface="Space Grotesk"/>
                <a:ea typeface="Space Grotesk"/>
                <a:cs typeface="Space Grotesk"/>
                <a:sym typeface="Space Grotesk"/>
              </a:rPr>
              <a:t>4TU.RESEARCH DATA</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8" r:id="rId3"/>
    <p:sldLayoutId id="2147483719" r:id="rId4"/>
    <p:sldLayoutId id="2147483720"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Shape 134"/>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Shape 422"/>
        <p:cNvGrpSpPr/>
        <p:nvPr/>
      </p:nvGrpSpPr>
      <p:grpSpPr>
        <a:xfrm>
          <a:off x="0" y="0"/>
          <a:ext cx="0" cy="0"/>
          <a:chOff x="0" y="0"/>
          <a:chExt cx="0" cy="0"/>
        </a:xfrm>
      </p:grpSpPr>
      <p:sp>
        <p:nvSpPr>
          <p:cNvPr id="423" name="Google Shape;423;p120"/>
          <p:cNvSpPr txBox="1"/>
          <p:nvPr/>
        </p:nvSpPr>
        <p:spPr>
          <a:xfrm>
            <a:off x="163758" y="6463552"/>
            <a:ext cx="1188792" cy="20774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50"/>
              <a:buFont typeface="Arial"/>
              <a:buNone/>
            </a:pPr>
            <a:r>
              <a:rPr lang="de-DE" sz="750" b="0" i="0" u="none" strike="noStrike" cap="none">
                <a:solidFill>
                  <a:schemeClr val="accent4"/>
                </a:solidFill>
                <a:latin typeface="Space Grotesk"/>
                <a:ea typeface="Space Grotesk"/>
                <a:cs typeface="Space Grotesk"/>
                <a:sym typeface="Space Grotesk"/>
              </a:rPr>
              <a:t>4TU.RESEARCH DATA</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 id="2147483706" r:id="rId3"/>
    <p:sldLayoutId id="2147483708"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Shape 488"/>
        <p:cNvGrpSpPr/>
        <p:nvPr/>
      </p:nvGrpSpPr>
      <p:grpSpPr>
        <a:xfrm>
          <a:off x="0" y="0"/>
          <a:ext cx="0" cy="0"/>
          <a:chOff x="0" y="0"/>
          <a:chExt cx="0" cy="0"/>
        </a:xfrm>
      </p:grpSpPr>
      <p:sp>
        <p:nvSpPr>
          <p:cNvPr id="489" name="Google Shape;489;p126"/>
          <p:cNvSpPr txBox="1"/>
          <p:nvPr/>
        </p:nvSpPr>
        <p:spPr>
          <a:xfrm>
            <a:off x="163758" y="6463552"/>
            <a:ext cx="1188792" cy="20774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50"/>
              <a:buFont typeface="Arial"/>
              <a:buNone/>
            </a:pPr>
            <a:r>
              <a:rPr lang="de-DE" sz="750" b="0" i="0" u="none" strike="noStrike" cap="none">
                <a:solidFill>
                  <a:schemeClr val="accent4"/>
                </a:solidFill>
                <a:latin typeface="Space Grotesk"/>
                <a:ea typeface="Space Grotesk"/>
                <a:cs typeface="Space Grotesk"/>
                <a:sym typeface="Space Grotesk"/>
              </a:rPr>
              <a:t>4TU.RESEARCH DATA</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1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alpha val="73000"/>
          </a:schemeClr>
        </a:solidFill>
        <a:effectLst/>
      </p:bgPr>
    </p:bg>
    <p:spTree>
      <p:nvGrpSpPr>
        <p:cNvPr id="1" name="Shape 52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hyperlink" Target="https://www.tue.nl/en/" TargetMode="External"/><Relationship Id="rId3" Type="http://schemas.openxmlformats.org/officeDocument/2006/relationships/image" Target="../media/image5.svg"/><Relationship Id="rId7" Type="http://schemas.openxmlformats.org/officeDocument/2006/relationships/hyperlink" Target="https://www.tudelft.nl/" TargetMode="Externa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svg"/><Relationship Id="rId10" Type="http://schemas.openxmlformats.org/officeDocument/2006/relationships/hyperlink" Target="https://www.wur.nl/en.htm" TargetMode="External"/><Relationship Id="rId4" Type="http://schemas.openxmlformats.org/officeDocument/2006/relationships/image" Target="../media/image6.svg"/><Relationship Id="rId9" Type="http://schemas.openxmlformats.org/officeDocument/2006/relationships/hyperlink" Target="https://www.utwente.nl/en/"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tue.nl/en/" TargetMode="External"/><Relationship Id="rId3" Type="http://schemas.openxmlformats.org/officeDocument/2006/relationships/image" Target="../media/image5.svg"/><Relationship Id="rId7" Type="http://schemas.openxmlformats.org/officeDocument/2006/relationships/hyperlink" Target="https://www.tudelft.nl/" TargetMode="Externa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7.svg"/><Relationship Id="rId10" Type="http://schemas.openxmlformats.org/officeDocument/2006/relationships/hyperlink" Target="https://www.wur.nl/en.htm" TargetMode="External"/><Relationship Id="rId4" Type="http://schemas.openxmlformats.org/officeDocument/2006/relationships/image" Target="../media/image6.svg"/><Relationship Id="rId9" Type="http://schemas.openxmlformats.org/officeDocument/2006/relationships/hyperlink" Target="https://www.utwente.nl/en/"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www.tue.nl/en/" TargetMode="External"/><Relationship Id="rId3" Type="http://schemas.openxmlformats.org/officeDocument/2006/relationships/image" Target="../media/image5.svg"/><Relationship Id="rId7" Type="http://schemas.openxmlformats.org/officeDocument/2006/relationships/hyperlink" Target="https://www.tudelft.nl/" TargetMode="Externa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7.svg"/><Relationship Id="rId10" Type="http://schemas.openxmlformats.org/officeDocument/2006/relationships/hyperlink" Target="https://www.wur.nl/en.htm" TargetMode="External"/><Relationship Id="rId4" Type="http://schemas.openxmlformats.org/officeDocument/2006/relationships/image" Target="../media/image6.svg"/><Relationship Id="rId9" Type="http://schemas.openxmlformats.org/officeDocument/2006/relationships/hyperlink" Target="https://www.utwente.nl/en/"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tue.nl/en/" TargetMode="External"/><Relationship Id="rId3" Type="http://schemas.openxmlformats.org/officeDocument/2006/relationships/image" Target="../media/image5.svg"/><Relationship Id="rId7" Type="http://schemas.openxmlformats.org/officeDocument/2006/relationships/hyperlink" Target="https://www.tudelft.nl/" TargetMode="External"/><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7.svg"/><Relationship Id="rId10" Type="http://schemas.openxmlformats.org/officeDocument/2006/relationships/hyperlink" Target="https://www.wur.nl/en.htm" TargetMode="External"/><Relationship Id="rId4" Type="http://schemas.openxmlformats.org/officeDocument/2006/relationships/image" Target="../media/image6.svg"/><Relationship Id="rId9" Type="http://schemas.openxmlformats.org/officeDocument/2006/relationships/hyperlink" Target="https://www.utwente.nl/e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4tu.nl/datasets/bcf01712-4f8d-4f12-bfc6-84fed4ddc086" TargetMode="Externa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hyperlink" Target="https://data.4tu.nl/datasets/bcf01712-4f8d-4f12-bfc6-84fed4ddc086"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hyperlink" Target="https://data.4tu.nl/datasets/bcf01712-4f8d-4f12-bfc6-84fed4ddc086"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9.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pic>
        <p:nvPicPr>
          <p:cNvPr id="5" name="Google Shape;615;p11" descr="Ein Bild, das Himmel, Gras, draußen, Gebäude enthält.&#10;&#10;KI-generierte Inhalte können fehlerhaft sein.">
            <a:extLst>
              <a:ext uri="{FF2B5EF4-FFF2-40B4-BE49-F238E27FC236}">
                <a16:creationId xmlns:a16="http://schemas.microsoft.com/office/drawing/2014/main" id="{C2C197B5-90FA-2EE6-FA4B-23EBEC033BC2}"/>
              </a:ext>
            </a:extLst>
          </p:cNvPr>
          <p:cNvPicPr preferRelativeResize="0">
            <a:picLocks/>
          </p:cNvPicPr>
          <p:nvPr/>
        </p:nvPicPr>
        <p:blipFill rotWithShape="1">
          <a:blip r:embed="rId3">
            <a:alphaModFix amt="85000"/>
          </a:blip>
          <a:srcRect/>
          <a:stretch/>
        </p:blipFill>
        <p:spPr>
          <a:xfrm>
            <a:off x="-4572" y="0"/>
            <a:ext cx="5486400" cy="6858000"/>
          </a:xfrm>
          <a:prstGeom prst="rect">
            <a:avLst/>
          </a:prstGeom>
          <a:noFill/>
          <a:ln>
            <a:noFill/>
          </a:ln>
        </p:spPr>
      </p:pic>
      <p:pic>
        <p:nvPicPr>
          <p:cNvPr id="544" name="Google Shape;544;p1" descr="Ein Bild, das Text, Schrift, Grafiken, Grafikdesign enthält.&#10;&#10;KI-generierte Inhalte können fehlerhaft sein."/>
          <p:cNvPicPr preferRelativeResize="0"/>
          <p:nvPr/>
        </p:nvPicPr>
        <p:blipFill rotWithShape="1">
          <a:blip r:embed="rId4">
            <a:alphaModFix/>
          </a:blip>
          <a:srcRect l="34564"/>
          <a:stretch/>
        </p:blipFill>
        <p:spPr>
          <a:xfrm>
            <a:off x="10296395" y="6121414"/>
            <a:ext cx="1622168" cy="622168"/>
          </a:xfrm>
          <a:prstGeom prst="rect">
            <a:avLst/>
          </a:prstGeom>
          <a:noFill/>
          <a:ln>
            <a:noFill/>
          </a:ln>
        </p:spPr>
      </p:pic>
      <p:sp>
        <p:nvSpPr>
          <p:cNvPr id="3" name="Text 0">
            <a:extLst>
              <a:ext uri="{FF2B5EF4-FFF2-40B4-BE49-F238E27FC236}">
                <a16:creationId xmlns:a16="http://schemas.microsoft.com/office/drawing/2014/main" id="{68A59DD3-C0D1-5E1A-8E1B-F01525E19CE8}"/>
              </a:ext>
            </a:extLst>
          </p:cNvPr>
          <p:cNvSpPr/>
          <p:nvPr/>
        </p:nvSpPr>
        <p:spPr>
          <a:xfrm>
            <a:off x="5721754" y="1657052"/>
            <a:ext cx="6297018" cy="1771948"/>
          </a:xfrm>
          <a:prstGeom prst="rect">
            <a:avLst/>
          </a:prstGeom>
          <a:noFill/>
          <a:ln/>
        </p:spPr>
        <p:txBody>
          <a:bodyPr wrap="square" lIns="0" tIns="0" rIns="0" bIns="0" rtlCol="0" anchor="t"/>
          <a:lstStyle/>
          <a:p>
            <a:pPr algn="ctr">
              <a:lnSpc>
                <a:spcPts val="4625"/>
              </a:lnSpc>
            </a:pPr>
            <a:r>
              <a:rPr lang="en-US" sz="3708" b="1" dirty="0">
                <a:latin typeface="Inter Bold" pitchFamily="34" charset="0"/>
                <a:ea typeface="Inter Bold" pitchFamily="34" charset="-122"/>
                <a:cs typeface="Inter Bold" pitchFamily="34" charset="-120"/>
              </a:rPr>
              <a:t>IIIF for Researchers in the Natural and Engineering Sciences</a:t>
            </a:r>
            <a:endParaRPr lang="en-US" sz="3708" dirty="0"/>
          </a:p>
        </p:txBody>
      </p:sp>
      <p:sp>
        <p:nvSpPr>
          <p:cNvPr id="4" name="Text 1">
            <a:extLst>
              <a:ext uri="{FF2B5EF4-FFF2-40B4-BE49-F238E27FC236}">
                <a16:creationId xmlns:a16="http://schemas.microsoft.com/office/drawing/2014/main" id="{FD126917-DCEB-9EA1-1575-A0CD193C847C}"/>
              </a:ext>
            </a:extLst>
          </p:cNvPr>
          <p:cNvSpPr/>
          <p:nvPr/>
        </p:nvSpPr>
        <p:spPr>
          <a:xfrm>
            <a:off x="5883252" y="3906484"/>
            <a:ext cx="5724144" cy="907257"/>
          </a:xfrm>
          <a:prstGeom prst="rect">
            <a:avLst/>
          </a:prstGeom>
          <a:noFill/>
          <a:ln/>
        </p:spPr>
        <p:txBody>
          <a:bodyPr wrap="square" lIns="0" tIns="0" rIns="0" bIns="0" rtlCol="0" anchor="t"/>
          <a:lstStyle/>
          <a:p>
            <a:pPr algn="ctr">
              <a:lnSpc>
                <a:spcPts val="2375"/>
              </a:lnSpc>
            </a:pPr>
            <a:r>
              <a:rPr lang="en-US" sz="1600" dirty="0">
                <a:solidFill>
                  <a:srgbClr val="272525"/>
                </a:solidFill>
                <a:effectLst>
                  <a:outerShdw blurRad="38100" dist="38100" dir="2700000" algn="tl">
                    <a:srgbClr val="000000">
                      <a:alpha val="43137"/>
                    </a:srgbClr>
                  </a:outerShdw>
                </a:effectLst>
                <a:latin typeface="Inter" pitchFamily="34" charset="0"/>
                <a:ea typeface="Inter" pitchFamily="34" charset="-122"/>
                <a:cs typeface="Inter" pitchFamily="34" charset="-120"/>
              </a:rPr>
              <a:t>How the International Image Interoperability Framework can become a practical research infrastructure for data-intensive science.</a:t>
            </a:r>
            <a:endParaRPr lang="en-US" sz="1600"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44B8395A-38CB-E951-0E85-2F41E1DFCD87}"/>
              </a:ext>
            </a:extLst>
          </p:cNvPr>
          <p:cNvSpPr txBox="1"/>
          <p:nvPr/>
        </p:nvSpPr>
        <p:spPr>
          <a:xfrm>
            <a:off x="6734101" y="5200948"/>
            <a:ext cx="4272323" cy="276999"/>
          </a:xfrm>
          <a:prstGeom prst="rect">
            <a:avLst/>
          </a:prstGeom>
          <a:noFill/>
        </p:spPr>
        <p:txBody>
          <a:bodyPr wrap="none" rtlCol="0">
            <a:spAutoFit/>
          </a:bodyPr>
          <a:lstStyle/>
          <a:p>
            <a:r>
              <a:rPr lang="en-US" sz="1200" b="1" dirty="0"/>
              <a:t>Leila Iñigo de la Cruz, Gabriela Khun, Jules </a:t>
            </a:r>
            <a:r>
              <a:rPr lang="en-US" sz="1200" b="1" dirty="0" err="1"/>
              <a:t>Schoonman</a:t>
            </a:r>
            <a:endParaRPr lang="nl-NL" sz="1200" b="1" dirty="0"/>
          </a:p>
        </p:txBody>
      </p:sp>
      <p:pic>
        <p:nvPicPr>
          <p:cNvPr id="1026" name="Picture 2" descr="Bruggedicht op de Hambrug">
            <a:extLst>
              <a:ext uri="{FF2B5EF4-FFF2-40B4-BE49-F238E27FC236}">
                <a16:creationId xmlns:a16="http://schemas.microsoft.com/office/drawing/2014/main" id="{A12979C0-92EA-2749-FDA9-A8B9EA5C19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1442" y="6006997"/>
            <a:ext cx="3061219" cy="8510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E106E0-7292-B563-344B-92A38F303402}"/>
              </a:ext>
            </a:extLst>
          </p:cNvPr>
          <p:cNvSpPr/>
          <p:nvPr/>
        </p:nvSpPr>
        <p:spPr>
          <a:xfrm>
            <a:off x="1883340" y="2967335"/>
            <a:ext cx="8610050"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What is 4TU.ResearchData</a:t>
            </a:r>
          </a:p>
        </p:txBody>
      </p:sp>
    </p:spTree>
    <p:extLst>
      <p:ext uri="{BB962C8B-B14F-4D97-AF65-F5344CB8AC3E}">
        <p14:creationId xmlns:p14="http://schemas.microsoft.com/office/powerpoint/2010/main" val="4198921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3253E-DFAD-829E-26FD-4FE93DC2CBFF}"/>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1E70C63-D798-74F4-7A3B-75775DA0F287}"/>
              </a:ext>
            </a:extLst>
          </p:cNvPr>
          <p:cNvGrpSpPr/>
          <p:nvPr/>
        </p:nvGrpSpPr>
        <p:grpSpPr>
          <a:xfrm>
            <a:off x="7114999" y="0"/>
            <a:ext cx="4848225" cy="6858000"/>
            <a:chOff x="3671888" y="0"/>
            <a:chExt cx="4848225" cy="6858000"/>
          </a:xfrm>
        </p:grpSpPr>
        <p:pic>
          <p:nvPicPr>
            <p:cNvPr id="2052" name="Picture 4">
              <a:extLst>
                <a:ext uri="{FF2B5EF4-FFF2-40B4-BE49-F238E27FC236}">
                  <a16:creationId xmlns:a16="http://schemas.microsoft.com/office/drawing/2014/main" id="{366120A9-8560-2E3B-922A-15774324E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0"/>
              <a:ext cx="484822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Schoolhouse with solid fill">
              <a:extLst>
                <a:ext uri="{FF2B5EF4-FFF2-40B4-BE49-F238E27FC236}">
                  <a16:creationId xmlns:a16="http://schemas.microsoft.com/office/drawing/2014/main" id="{B760F3B7-31F6-12D6-A06B-64494A1E58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4456572"/>
              <a:ext cx="739704" cy="739704"/>
            </a:xfrm>
            <a:prstGeom prst="rect">
              <a:avLst/>
            </a:prstGeom>
          </p:spPr>
        </p:pic>
        <p:pic>
          <p:nvPicPr>
            <p:cNvPr id="5" name="Graphic 4" descr="Schoolhouse with solid fill">
              <a:extLst>
                <a:ext uri="{FF2B5EF4-FFF2-40B4-BE49-F238E27FC236}">
                  <a16:creationId xmlns:a16="http://schemas.microsoft.com/office/drawing/2014/main" id="{316DD680-1EE6-3B7F-902B-B7F88CDB85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7960" y="3429000"/>
              <a:ext cx="739704" cy="739704"/>
            </a:xfrm>
            <a:prstGeom prst="rect">
              <a:avLst/>
            </a:prstGeom>
          </p:spPr>
        </p:pic>
        <p:pic>
          <p:nvPicPr>
            <p:cNvPr id="6" name="Graphic 5" descr="Schoolhouse with solid fill">
              <a:extLst>
                <a:ext uri="{FF2B5EF4-FFF2-40B4-BE49-F238E27FC236}">
                  <a16:creationId xmlns:a16="http://schemas.microsoft.com/office/drawing/2014/main" id="{2E28ABFA-B2C6-CDA9-3416-6A07153B4B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6200" y="2887980"/>
              <a:ext cx="739704" cy="739704"/>
            </a:xfrm>
            <a:prstGeom prst="rect">
              <a:avLst/>
            </a:prstGeom>
          </p:spPr>
        </p:pic>
        <p:pic>
          <p:nvPicPr>
            <p:cNvPr id="7" name="Graphic 6" descr="Schoolhouse with solid fill">
              <a:extLst>
                <a:ext uri="{FF2B5EF4-FFF2-40B4-BE49-F238E27FC236}">
                  <a16:creationId xmlns:a16="http://schemas.microsoft.com/office/drawing/2014/main" id="{04EEDE7C-374C-28F1-4E9B-E089B862B4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20" y="3257832"/>
              <a:ext cx="739704" cy="739704"/>
            </a:xfrm>
            <a:prstGeom prst="rect">
              <a:avLst/>
            </a:prstGeom>
          </p:spPr>
        </p:pic>
      </p:grpSp>
      <p:sp>
        <p:nvSpPr>
          <p:cNvPr id="11" name="TextBox 10">
            <a:extLst>
              <a:ext uri="{FF2B5EF4-FFF2-40B4-BE49-F238E27FC236}">
                <a16:creationId xmlns:a16="http://schemas.microsoft.com/office/drawing/2014/main" id="{5A17EDDC-3F1C-8694-1764-C225C2F90499}"/>
              </a:ext>
            </a:extLst>
          </p:cNvPr>
          <p:cNvSpPr txBox="1"/>
          <p:nvPr/>
        </p:nvSpPr>
        <p:spPr>
          <a:xfrm>
            <a:off x="156517" y="1205827"/>
            <a:ext cx="6096000" cy="954107"/>
          </a:xfrm>
          <a:prstGeom prst="rect">
            <a:avLst/>
          </a:prstGeom>
          <a:noFill/>
        </p:spPr>
        <p:txBody>
          <a:bodyPr wrap="square">
            <a:spAutoFit/>
          </a:bodyPr>
          <a:lstStyle/>
          <a:p>
            <a:r>
              <a:rPr lang="en-US" b="0" i="0" dirty="0">
                <a:solidFill>
                  <a:schemeClr val="tx1"/>
                </a:solidFill>
                <a:effectLst/>
                <a:latin typeface="Inter" panose="020B0604020202020204" charset="0"/>
                <a:ea typeface="Inter" panose="020B0604020202020204" charset="0"/>
              </a:rPr>
              <a:t>4TU.ResearchData is led by the </a:t>
            </a:r>
            <a:r>
              <a:rPr lang="en-US" b="1" i="0" dirty="0">
                <a:solidFill>
                  <a:schemeClr val="tx1"/>
                </a:solidFill>
                <a:effectLst/>
                <a:latin typeface="Inter" panose="020B0604020202020204" charset="0"/>
                <a:ea typeface="Inter" panose="020B0604020202020204" charset="0"/>
              </a:rPr>
              <a:t>4TU.ResearchData Consortium</a:t>
            </a:r>
            <a:r>
              <a:rPr lang="en-US" b="0" i="0" dirty="0">
                <a:solidFill>
                  <a:schemeClr val="tx1"/>
                </a:solidFill>
                <a:effectLst/>
                <a:latin typeface="Inter" panose="020B0604020202020204" charset="0"/>
                <a:ea typeface="Inter" panose="020B0604020202020204" charset="0"/>
              </a:rPr>
              <a:t>, which consists of </a:t>
            </a:r>
            <a:r>
              <a:rPr lang="en-US" b="0" i="0" u="none" strike="noStrike" dirty="0">
                <a:solidFill>
                  <a:srgbClr val="00B050"/>
                </a:solidFill>
                <a:effectLst/>
                <a:latin typeface="Inter" panose="020B0604020202020204" charset="0"/>
                <a:ea typeface="Inter" panose="020B0604020202020204" charset="0"/>
                <a:hlinkClick r:id="rId7">
                  <a:extLst>
                    <a:ext uri="{A12FA001-AC4F-418D-AE19-62706E023703}">
                      <ahyp:hlinkClr xmlns:ahyp="http://schemas.microsoft.com/office/drawing/2018/hyperlinkcolor" val="tx"/>
                    </a:ext>
                  </a:extLst>
                </a:hlinkClick>
              </a:rPr>
              <a:t>Delft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tx1"/>
                </a:solidFill>
                <a:effectLst/>
                <a:latin typeface="Inter" panose="020B0604020202020204" charset="0"/>
                <a:ea typeface="Inter" panose="020B0604020202020204" charset="0"/>
                <a:hlinkClick r:id="rId8">
                  <a:extLst>
                    <a:ext uri="{A12FA001-AC4F-418D-AE19-62706E023703}">
                      <ahyp:hlinkClr xmlns:ahyp="http://schemas.microsoft.com/office/drawing/2018/hyperlinkcolor" val="tx"/>
                    </a:ext>
                  </a:extLst>
                </a:hlinkClick>
              </a:rPr>
              <a:t>Eindhoven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accent2">
                    <a:lumMod val="75000"/>
                  </a:schemeClr>
                </a:solidFill>
                <a:effectLst/>
                <a:latin typeface="Inter" panose="020B0604020202020204" charset="0"/>
                <a:ea typeface="Inter" panose="020B0604020202020204" charset="0"/>
                <a:hlinkClick r:id="rId9">
                  <a:extLst>
                    <a:ext uri="{A12FA001-AC4F-418D-AE19-62706E023703}">
                      <ahyp:hlinkClr xmlns:ahyp="http://schemas.microsoft.com/office/drawing/2018/hyperlinkcolor" val="tx"/>
                    </a:ext>
                  </a:extLst>
                </a:hlinkClick>
              </a:rPr>
              <a:t>University of Twente</a:t>
            </a:r>
            <a:r>
              <a:rPr lang="en-US" b="0" i="0" dirty="0">
                <a:solidFill>
                  <a:schemeClr val="accent2">
                    <a:lumMod val="75000"/>
                  </a:schemeClr>
                </a:solidFill>
                <a:effectLst/>
                <a:latin typeface="Inter" panose="020B0604020202020204" charset="0"/>
                <a:ea typeface="Inter" panose="020B0604020202020204" charset="0"/>
              </a:rPr>
              <a:t> </a:t>
            </a:r>
            <a:r>
              <a:rPr lang="en-US" b="0" i="0" dirty="0">
                <a:solidFill>
                  <a:schemeClr val="tx1"/>
                </a:solidFill>
                <a:effectLst/>
                <a:latin typeface="Inter" panose="020B0604020202020204" charset="0"/>
                <a:ea typeface="Inter" panose="020B0604020202020204" charset="0"/>
              </a:rPr>
              <a:t>and </a:t>
            </a:r>
            <a:r>
              <a:rPr lang="en-US" b="0" i="0" u="none" strike="noStrike" dirty="0">
                <a:solidFill>
                  <a:srgbClr val="7030A0"/>
                </a:solidFill>
                <a:effectLst/>
                <a:latin typeface="Inter" panose="020B0604020202020204" charset="0"/>
                <a:ea typeface="Inter" panose="020B0604020202020204" charset="0"/>
                <a:hlinkClick r:id="rId10">
                  <a:extLst>
                    <a:ext uri="{A12FA001-AC4F-418D-AE19-62706E023703}">
                      <ahyp:hlinkClr xmlns:ahyp="http://schemas.microsoft.com/office/drawing/2018/hyperlinkcolor" val="tx"/>
                    </a:ext>
                  </a:extLst>
                </a:hlinkClick>
              </a:rPr>
              <a:t>Wageningen University &amp; Research</a:t>
            </a:r>
            <a:r>
              <a:rPr lang="en-US" b="0" i="0" dirty="0">
                <a:solidFill>
                  <a:schemeClr val="tx1"/>
                </a:solidFill>
                <a:effectLst/>
                <a:latin typeface="Inter" panose="020B0604020202020204" charset="0"/>
                <a:ea typeface="Inter" panose="020B0604020202020204" charset="0"/>
              </a:rPr>
              <a:t>.</a:t>
            </a:r>
            <a:endParaRPr lang="nl-NL" dirty="0">
              <a:solidFill>
                <a:schemeClr val="tx1"/>
              </a:solidFill>
              <a:latin typeface="Inter" panose="020B0604020202020204" charset="0"/>
              <a:ea typeface="Inter" panose="020B0604020202020204" charset="0"/>
            </a:endParaRPr>
          </a:p>
        </p:txBody>
      </p:sp>
    </p:spTree>
    <p:extLst>
      <p:ext uri="{BB962C8B-B14F-4D97-AF65-F5344CB8AC3E}">
        <p14:creationId xmlns:p14="http://schemas.microsoft.com/office/powerpoint/2010/main" val="2464573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E337B-E644-4D09-261F-EFC7502E7F24}"/>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9F082B0-AEE3-C152-05C6-63A044E17F4B}"/>
              </a:ext>
            </a:extLst>
          </p:cNvPr>
          <p:cNvGrpSpPr/>
          <p:nvPr/>
        </p:nvGrpSpPr>
        <p:grpSpPr>
          <a:xfrm>
            <a:off x="7114999" y="0"/>
            <a:ext cx="4848225" cy="6858000"/>
            <a:chOff x="3671888" y="0"/>
            <a:chExt cx="4848225" cy="6858000"/>
          </a:xfrm>
        </p:grpSpPr>
        <p:pic>
          <p:nvPicPr>
            <p:cNvPr id="2052" name="Picture 4">
              <a:extLst>
                <a:ext uri="{FF2B5EF4-FFF2-40B4-BE49-F238E27FC236}">
                  <a16:creationId xmlns:a16="http://schemas.microsoft.com/office/drawing/2014/main" id="{E0FB8D73-28C0-0058-C0F7-E09AAB3E08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0"/>
              <a:ext cx="484822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Schoolhouse with solid fill">
              <a:extLst>
                <a:ext uri="{FF2B5EF4-FFF2-40B4-BE49-F238E27FC236}">
                  <a16:creationId xmlns:a16="http://schemas.microsoft.com/office/drawing/2014/main" id="{DF1429A8-7FCE-F1E5-EDFD-49749D4D0C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4456572"/>
              <a:ext cx="739704" cy="739704"/>
            </a:xfrm>
            <a:prstGeom prst="rect">
              <a:avLst/>
            </a:prstGeom>
          </p:spPr>
        </p:pic>
        <p:pic>
          <p:nvPicPr>
            <p:cNvPr id="5" name="Graphic 4" descr="Schoolhouse with solid fill">
              <a:extLst>
                <a:ext uri="{FF2B5EF4-FFF2-40B4-BE49-F238E27FC236}">
                  <a16:creationId xmlns:a16="http://schemas.microsoft.com/office/drawing/2014/main" id="{5C536431-64B6-400A-731D-198F084836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7960" y="3429000"/>
              <a:ext cx="739704" cy="739704"/>
            </a:xfrm>
            <a:prstGeom prst="rect">
              <a:avLst/>
            </a:prstGeom>
          </p:spPr>
        </p:pic>
        <p:pic>
          <p:nvPicPr>
            <p:cNvPr id="6" name="Graphic 5" descr="Schoolhouse with solid fill">
              <a:extLst>
                <a:ext uri="{FF2B5EF4-FFF2-40B4-BE49-F238E27FC236}">
                  <a16:creationId xmlns:a16="http://schemas.microsoft.com/office/drawing/2014/main" id="{DA7DDD61-0EC6-A674-A81D-E7DFC7730A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6200" y="2887980"/>
              <a:ext cx="739704" cy="739704"/>
            </a:xfrm>
            <a:prstGeom prst="rect">
              <a:avLst/>
            </a:prstGeom>
          </p:spPr>
        </p:pic>
        <p:pic>
          <p:nvPicPr>
            <p:cNvPr id="7" name="Graphic 6" descr="Schoolhouse with solid fill">
              <a:extLst>
                <a:ext uri="{FF2B5EF4-FFF2-40B4-BE49-F238E27FC236}">
                  <a16:creationId xmlns:a16="http://schemas.microsoft.com/office/drawing/2014/main" id="{75ED1996-A093-2CC9-CAB6-B6C840E724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20" y="3257832"/>
              <a:ext cx="739704" cy="739704"/>
            </a:xfrm>
            <a:prstGeom prst="rect">
              <a:avLst/>
            </a:prstGeom>
          </p:spPr>
        </p:pic>
      </p:grpSp>
      <p:sp>
        <p:nvSpPr>
          <p:cNvPr id="12" name="TextBox 11">
            <a:extLst>
              <a:ext uri="{FF2B5EF4-FFF2-40B4-BE49-F238E27FC236}">
                <a16:creationId xmlns:a16="http://schemas.microsoft.com/office/drawing/2014/main" id="{C4BBF126-5BBA-EC71-3B03-59B0B2A99C67}"/>
              </a:ext>
            </a:extLst>
          </p:cNvPr>
          <p:cNvSpPr txBox="1"/>
          <p:nvPr/>
        </p:nvSpPr>
        <p:spPr>
          <a:xfrm>
            <a:off x="156517" y="1205827"/>
            <a:ext cx="6096000" cy="954107"/>
          </a:xfrm>
          <a:prstGeom prst="rect">
            <a:avLst/>
          </a:prstGeom>
          <a:noFill/>
        </p:spPr>
        <p:txBody>
          <a:bodyPr wrap="square">
            <a:spAutoFit/>
          </a:bodyPr>
          <a:lstStyle/>
          <a:p>
            <a:r>
              <a:rPr lang="en-US" b="0" i="0" dirty="0">
                <a:solidFill>
                  <a:schemeClr val="tx1"/>
                </a:solidFill>
                <a:effectLst/>
                <a:latin typeface="Inter" panose="020B0604020202020204" charset="0"/>
                <a:ea typeface="Inter" panose="020B0604020202020204" charset="0"/>
              </a:rPr>
              <a:t>4TU.ResearchData is led by the </a:t>
            </a:r>
            <a:r>
              <a:rPr lang="en-US" b="1" i="0" dirty="0">
                <a:solidFill>
                  <a:schemeClr val="tx1"/>
                </a:solidFill>
                <a:effectLst/>
                <a:latin typeface="Inter" panose="020B0604020202020204" charset="0"/>
                <a:ea typeface="Inter" panose="020B0604020202020204" charset="0"/>
              </a:rPr>
              <a:t>4TU.ResearchData Consortium</a:t>
            </a:r>
            <a:r>
              <a:rPr lang="en-US" b="0" i="0" dirty="0">
                <a:solidFill>
                  <a:schemeClr val="tx1"/>
                </a:solidFill>
                <a:effectLst/>
                <a:latin typeface="Inter" panose="020B0604020202020204" charset="0"/>
                <a:ea typeface="Inter" panose="020B0604020202020204" charset="0"/>
              </a:rPr>
              <a:t>, which consists of </a:t>
            </a:r>
            <a:r>
              <a:rPr lang="en-US" b="0" i="0" u="none" strike="noStrike" dirty="0">
                <a:solidFill>
                  <a:srgbClr val="00B050"/>
                </a:solidFill>
                <a:effectLst/>
                <a:latin typeface="Inter" panose="020B0604020202020204" charset="0"/>
                <a:ea typeface="Inter" panose="020B0604020202020204" charset="0"/>
                <a:hlinkClick r:id="rId7">
                  <a:extLst>
                    <a:ext uri="{A12FA001-AC4F-418D-AE19-62706E023703}">
                      <ahyp:hlinkClr xmlns:ahyp="http://schemas.microsoft.com/office/drawing/2018/hyperlinkcolor" val="tx"/>
                    </a:ext>
                  </a:extLst>
                </a:hlinkClick>
              </a:rPr>
              <a:t>Delft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tx1"/>
                </a:solidFill>
                <a:effectLst/>
                <a:latin typeface="Inter" panose="020B0604020202020204" charset="0"/>
                <a:ea typeface="Inter" panose="020B0604020202020204" charset="0"/>
                <a:hlinkClick r:id="rId8">
                  <a:extLst>
                    <a:ext uri="{A12FA001-AC4F-418D-AE19-62706E023703}">
                      <ahyp:hlinkClr xmlns:ahyp="http://schemas.microsoft.com/office/drawing/2018/hyperlinkcolor" val="tx"/>
                    </a:ext>
                  </a:extLst>
                </a:hlinkClick>
              </a:rPr>
              <a:t>Eindhoven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accent2">
                    <a:lumMod val="75000"/>
                  </a:schemeClr>
                </a:solidFill>
                <a:effectLst/>
                <a:latin typeface="Inter" panose="020B0604020202020204" charset="0"/>
                <a:ea typeface="Inter" panose="020B0604020202020204" charset="0"/>
                <a:hlinkClick r:id="rId9">
                  <a:extLst>
                    <a:ext uri="{A12FA001-AC4F-418D-AE19-62706E023703}">
                      <ahyp:hlinkClr xmlns:ahyp="http://schemas.microsoft.com/office/drawing/2018/hyperlinkcolor" val="tx"/>
                    </a:ext>
                  </a:extLst>
                </a:hlinkClick>
              </a:rPr>
              <a:t>University of Twente</a:t>
            </a:r>
            <a:r>
              <a:rPr lang="en-US" b="0" i="0" dirty="0">
                <a:solidFill>
                  <a:schemeClr val="accent2">
                    <a:lumMod val="75000"/>
                  </a:schemeClr>
                </a:solidFill>
                <a:effectLst/>
                <a:latin typeface="Inter" panose="020B0604020202020204" charset="0"/>
                <a:ea typeface="Inter" panose="020B0604020202020204" charset="0"/>
              </a:rPr>
              <a:t> </a:t>
            </a:r>
            <a:r>
              <a:rPr lang="en-US" b="0" i="0" dirty="0">
                <a:solidFill>
                  <a:schemeClr val="tx1"/>
                </a:solidFill>
                <a:effectLst/>
                <a:latin typeface="Inter" panose="020B0604020202020204" charset="0"/>
                <a:ea typeface="Inter" panose="020B0604020202020204" charset="0"/>
              </a:rPr>
              <a:t>and </a:t>
            </a:r>
            <a:r>
              <a:rPr lang="en-US" b="0" i="0" u="none" strike="noStrike" dirty="0">
                <a:solidFill>
                  <a:srgbClr val="7030A0"/>
                </a:solidFill>
                <a:effectLst/>
                <a:latin typeface="Inter" panose="020B0604020202020204" charset="0"/>
                <a:ea typeface="Inter" panose="020B0604020202020204" charset="0"/>
                <a:hlinkClick r:id="rId10">
                  <a:extLst>
                    <a:ext uri="{A12FA001-AC4F-418D-AE19-62706E023703}">
                      <ahyp:hlinkClr xmlns:ahyp="http://schemas.microsoft.com/office/drawing/2018/hyperlinkcolor" val="tx"/>
                    </a:ext>
                  </a:extLst>
                </a:hlinkClick>
              </a:rPr>
              <a:t>Wageningen University &amp; Research</a:t>
            </a:r>
            <a:r>
              <a:rPr lang="en-US" b="0" i="0" dirty="0">
                <a:solidFill>
                  <a:schemeClr val="tx1"/>
                </a:solidFill>
                <a:effectLst/>
                <a:latin typeface="Inter" panose="020B0604020202020204" charset="0"/>
                <a:ea typeface="Inter" panose="020B0604020202020204" charset="0"/>
              </a:rPr>
              <a:t>.</a:t>
            </a:r>
            <a:endParaRPr lang="nl-NL" dirty="0">
              <a:solidFill>
                <a:schemeClr val="tx1"/>
              </a:solidFill>
              <a:latin typeface="Inter" panose="020B0604020202020204" charset="0"/>
              <a:ea typeface="Inter" panose="020B0604020202020204" charset="0"/>
            </a:endParaRPr>
          </a:p>
        </p:txBody>
      </p:sp>
      <p:sp>
        <p:nvSpPr>
          <p:cNvPr id="2" name="Rectangle 1">
            <a:extLst>
              <a:ext uri="{FF2B5EF4-FFF2-40B4-BE49-F238E27FC236}">
                <a16:creationId xmlns:a16="http://schemas.microsoft.com/office/drawing/2014/main" id="{FE379AA3-778D-0BD2-C7BC-94DB9743EA0A}"/>
              </a:ext>
            </a:extLst>
          </p:cNvPr>
          <p:cNvSpPr/>
          <p:nvPr/>
        </p:nvSpPr>
        <p:spPr>
          <a:xfrm>
            <a:off x="176994" y="2712284"/>
            <a:ext cx="6096000" cy="523220"/>
          </a:xfrm>
          <a:prstGeom prst="rect">
            <a:avLst/>
          </a:prstGeom>
          <a:noFill/>
        </p:spPr>
        <p:txBody>
          <a:bodyPr wrap="square" lIns="91440" tIns="45720" rIns="91440" bIns="45720">
            <a:spAutoFit/>
          </a:bodyPr>
          <a:lstStyle/>
          <a:p>
            <a:r>
              <a:rPr lang="en-US" dirty="0">
                <a:solidFill>
                  <a:schemeClr val="tx1"/>
                </a:solidFill>
                <a:latin typeface="Inter" panose="020B0604020202020204" charset="0"/>
                <a:ea typeface="Inter" panose="020B0604020202020204" charset="0"/>
              </a:rPr>
              <a:t>We enable researchers from science, engineering and design to make </a:t>
            </a:r>
            <a:r>
              <a:rPr lang="en-US" b="1" dirty="0">
                <a:solidFill>
                  <a:schemeClr val="tx1"/>
                </a:solidFill>
                <a:latin typeface="Inter" panose="020B0604020202020204" charset="0"/>
                <a:ea typeface="Inter" panose="020B0604020202020204" charset="0"/>
              </a:rPr>
              <a:t>a global impact </a:t>
            </a:r>
            <a:r>
              <a:rPr lang="en-US" dirty="0">
                <a:solidFill>
                  <a:schemeClr val="tx1"/>
                </a:solidFill>
                <a:latin typeface="Inter" panose="020B0604020202020204" charset="0"/>
                <a:ea typeface="Inter" panose="020B0604020202020204" charset="0"/>
              </a:rPr>
              <a:t>with research data and software.</a:t>
            </a:r>
            <a:endParaRPr lang="nl-NL" dirty="0">
              <a:solidFill>
                <a:schemeClr val="tx1"/>
              </a:solidFill>
              <a:latin typeface="Inter" panose="020B0604020202020204" charset="0"/>
              <a:ea typeface="Inter" panose="020B0604020202020204" charset="0"/>
            </a:endParaRPr>
          </a:p>
        </p:txBody>
      </p:sp>
    </p:spTree>
    <p:extLst>
      <p:ext uri="{BB962C8B-B14F-4D97-AF65-F5344CB8AC3E}">
        <p14:creationId xmlns:p14="http://schemas.microsoft.com/office/powerpoint/2010/main" val="3876432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CBDD-D994-0C75-4CF0-F0DCBDF7A1F7}"/>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031A3B1D-041B-736B-B64D-BE262AC7B3CD}"/>
              </a:ext>
            </a:extLst>
          </p:cNvPr>
          <p:cNvGrpSpPr/>
          <p:nvPr/>
        </p:nvGrpSpPr>
        <p:grpSpPr>
          <a:xfrm>
            <a:off x="7114999" y="0"/>
            <a:ext cx="4848225" cy="6858000"/>
            <a:chOff x="3671888" y="0"/>
            <a:chExt cx="4848225" cy="6858000"/>
          </a:xfrm>
        </p:grpSpPr>
        <p:pic>
          <p:nvPicPr>
            <p:cNvPr id="2052" name="Picture 4">
              <a:extLst>
                <a:ext uri="{FF2B5EF4-FFF2-40B4-BE49-F238E27FC236}">
                  <a16:creationId xmlns:a16="http://schemas.microsoft.com/office/drawing/2014/main" id="{66BBFB9E-21DC-377D-1D9F-2315A55AB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0"/>
              <a:ext cx="484822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Schoolhouse with solid fill">
              <a:extLst>
                <a:ext uri="{FF2B5EF4-FFF2-40B4-BE49-F238E27FC236}">
                  <a16:creationId xmlns:a16="http://schemas.microsoft.com/office/drawing/2014/main" id="{71CF208B-50D1-AFAF-ED20-C696516297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4456572"/>
              <a:ext cx="739704" cy="739704"/>
            </a:xfrm>
            <a:prstGeom prst="rect">
              <a:avLst/>
            </a:prstGeom>
          </p:spPr>
        </p:pic>
        <p:pic>
          <p:nvPicPr>
            <p:cNvPr id="5" name="Graphic 4" descr="Schoolhouse with solid fill">
              <a:extLst>
                <a:ext uri="{FF2B5EF4-FFF2-40B4-BE49-F238E27FC236}">
                  <a16:creationId xmlns:a16="http://schemas.microsoft.com/office/drawing/2014/main" id="{31B3E5D3-5A97-6A84-852F-25D8902AC3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7960" y="3429000"/>
              <a:ext cx="739704" cy="739704"/>
            </a:xfrm>
            <a:prstGeom prst="rect">
              <a:avLst/>
            </a:prstGeom>
          </p:spPr>
        </p:pic>
        <p:pic>
          <p:nvPicPr>
            <p:cNvPr id="6" name="Graphic 5" descr="Schoolhouse with solid fill">
              <a:extLst>
                <a:ext uri="{FF2B5EF4-FFF2-40B4-BE49-F238E27FC236}">
                  <a16:creationId xmlns:a16="http://schemas.microsoft.com/office/drawing/2014/main" id="{3B329AA3-9EF7-B1D1-A14B-B98AF64A74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6200" y="2887980"/>
              <a:ext cx="739704" cy="739704"/>
            </a:xfrm>
            <a:prstGeom prst="rect">
              <a:avLst/>
            </a:prstGeom>
          </p:spPr>
        </p:pic>
        <p:pic>
          <p:nvPicPr>
            <p:cNvPr id="7" name="Graphic 6" descr="Schoolhouse with solid fill">
              <a:extLst>
                <a:ext uri="{FF2B5EF4-FFF2-40B4-BE49-F238E27FC236}">
                  <a16:creationId xmlns:a16="http://schemas.microsoft.com/office/drawing/2014/main" id="{E0D2DB77-19AD-D63E-2EC7-0A1E3CA0397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20" y="3257832"/>
              <a:ext cx="739704" cy="739704"/>
            </a:xfrm>
            <a:prstGeom prst="rect">
              <a:avLst/>
            </a:prstGeom>
          </p:spPr>
        </p:pic>
      </p:grpSp>
      <p:sp>
        <p:nvSpPr>
          <p:cNvPr id="12" name="TextBox 11">
            <a:extLst>
              <a:ext uri="{FF2B5EF4-FFF2-40B4-BE49-F238E27FC236}">
                <a16:creationId xmlns:a16="http://schemas.microsoft.com/office/drawing/2014/main" id="{C3664117-B780-DB51-D06C-8CEA3F77E62C}"/>
              </a:ext>
            </a:extLst>
          </p:cNvPr>
          <p:cNvSpPr txBox="1"/>
          <p:nvPr/>
        </p:nvSpPr>
        <p:spPr>
          <a:xfrm>
            <a:off x="152717" y="1205827"/>
            <a:ext cx="6096000" cy="954107"/>
          </a:xfrm>
          <a:prstGeom prst="rect">
            <a:avLst/>
          </a:prstGeom>
          <a:noFill/>
        </p:spPr>
        <p:txBody>
          <a:bodyPr wrap="square">
            <a:spAutoFit/>
          </a:bodyPr>
          <a:lstStyle/>
          <a:p>
            <a:r>
              <a:rPr lang="en-US" b="0" i="0" dirty="0">
                <a:solidFill>
                  <a:schemeClr val="tx1"/>
                </a:solidFill>
                <a:effectLst/>
                <a:latin typeface="Inter" panose="020B0604020202020204" charset="0"/>
                <a:ea typeface="Inter" panose="020B0604020202020204" charset="0"/>
              </a:rPr>
              <a:t>4TU.ResearchData is led by the </a:t>
            </a:r>
            <a:r>
              <a:rPr lang="en-US" b="1" i="0" dirty="0">
                <a:solidFill>
                  <a:schemeClr val="tx1"/>
                </a:solidFill>
                <a:effectLst/>
                <a:latin typeface="Inter" panose="020B0604020202020204" charset="0"/>
                <a:ea typeface="Inter" panose="020B0604020202020204" charset="0"/>
              </a:rPr>
              <a:t>4TU.ResearchData Consortium</a:t>
            </a:r>
            <a:r>
              <a:rPr lang="en-US" b="0" i="0" dirty="0">
                <a:solidFill>
                  <a:schemeClr val="tx1"/>
                </a:solidFill>
                <a:effectLst/>
                <a:latin typeface="Inter" panose="020B0604020202020204" charset="0"/>
                <a:ea typeface="Inter" panose="020B0604020202020204" charset="0"/>
              </a:rPr>
              <a:t>, which consists of </a:t>
            </a:r>
            <a:r>
              <a:rPr lang="en-US" b="0" i="0" u="none" strike="noStrike" dirty="0">
                <a:solidFill>
                  <a:srgbClr val="00B050"/>
                </a:solidFill>
                <a:effectLst/>
                <a:latin typeface="Inter" panose="020B0604020202020204" charset="0"/>
                <a:ea typeface="Inter" panose="020B0604020202020204" charset="0"/>
                <a:hlinkClick r:id="rId7">
                  <a:extLst>
                    <a:ext uri="{A12FA001-AC4F-418D-AE19-62706E023703}">
                      <ahyp:hlinkClr xmlns:ahyp="http://schemas.microsoft.com/office/drawing/2018/hyperlinkcolor" val="tx"/>
                    </a:ext>
                  </a:extLst>
                </a:hlinkClick>
              </a:rPr>
              <a:t>Delft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tx1"/>
                </a:solidFill>
                <a:effectLst/>
                <a:latin typeface="Inter" panose="020B0604020202020204" charset="0"/>
                <a:ea typeface="Inter" panose="020B0604020202020204" charset="0"/>
                <a:hlinkClick r:id="rId8">
                  <a:extLst>
                    <a:ext uri="{A12FA001-AC4F-418D-AE19-62706E023703}">
                      <ahyp:hlinkClr xmlns:ahyp="http://schemas.microsoft.com/office/drawing/2018/hyperlinkcolor" val="tx"/>
                    </a:ext>
                  </a:extLst>
                </a:hlinkClick>
              </a:rPr>
              <a:t>Eindhoven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accent2">
                    <a:lumMod val="75000"/>
                  </a:schemeClr>
                </a:solidFill>
                <a:effectLst/>
                <a:latin typeface="Inter" panose="020B0604020202020204" charset="0"/>
                <a:ea typeface="Inter" panose="020B0604020202020204" charset="0"/>
                <a:hlinkClick r:id="rId9">
                  <a:extLst>
                    <a:ext uri="{A12FA001-AC4F-418D-AE19-62706E023703}">
                      <ahyp:hlinkClr xmlns:ahyp="http://schemas.microsoft.com/office/drawing/2018/hyperlinkcolor" val="tx"/>
                    </a:ext>
                  </a:extLst>
                </a:hlinkClick>
              </a:rPr>
              <a:t>University of Twente</a:t>
            </a:r>
            <a:r>
              <a:rPr lang="en-US" b="0" i="0" dirty="0">
                <a:solidFill>
                  <a:schemeClr val="accent2">
                    <a:lumMod val="75000"/>
                  </a:schemeClr>
                </a:solidFill>
                <a:effectLst/>
                <a:latin typeface="Inter" panose="020B0604020202020204" charset="0"/>
                <a:ea typeface="Inter" panose="020B0604020202020204" charset="0"/>
              </a:rPr>
              <a:t> </a:t>
            </a:r>
            <a:r>
              <a:rPr lang="en-US" b="0" i="0" dirty="0">
                <a:solidFill>
                  <a:schemeClr val="tx1"/>
                </a:solidFill>
                <a:effectLst/>
                <a:latin typeface="Inter" panose="020B0604020202020204" charset="0"/>
                <a:ea typeface="Inter" panose="020B0604020202020204" charset="0"/>
              </a:rPr>
              <a:t>and </a:t>
            </a:r>
            <a:r>
              <a:rPr lang="en-US" b="0" i="0" u="none" strike="noStrike" dirty="0">
                <a:solidFill>
                  <a:srgbClr val="7030A0"/>
                </a:solidFill>
                <a:effectLst/>
                <a:latin typeface="Inter" panose="020B0604020202020204" charset="0"/>
                <a:ea typeface="Inter" panose="020B0604020202020204" charset="0"/>
                <a:hlinkClick r:id="rId10">
                  <a:extLst>
                    <a:ext uri="{A12FA001-AC4F-418D-AE19-62706E023703}">
                      <ahyp:hlinkClr xmlns:ahyp="http://schemas.microsoft.com/office/drawing/2018/hyperlinkcolor" val="tx"/>
                    </a:ext>
                  </a:extLst>
                </a:hlinkClick>
              </a:rPr>
              <a:t>Wageningen University &amp; Research</a:t>
            </a:r>
            <a:r>
              <a:rPr lang="en-US" b="0" i="0" dirty="0">
                <a:solidFill>
                  <a:schemeClr val="tx1"/>
                </a:solidFill>
                <a:effectLst/>
                <a:latin typeface="Inter" panose="020B0604020202020204" charset="0"/>
                <a:ea typeface="Inter" panose="020B0604020202020204" charset="0"/>
              </a:rPr>
              <a:t>.</a:t>
            </a:r>
            <a:endParaRPr lang="nl-NL" dirty="0">
              <a:solidFill>
                <a:schemeClr val="tx1"/>
              </a:solidFill>
              <a:latin typeface="Inter" panose="020B0604020202020204" charset="0"/>
              <a:ea typeface="Inter" panose="020B0604020202020204" charset="0"/>
            </a:endParaRPr>
          </a:p>
        </p:txBody>
      </p:sp>
      <p:sp>
        <p:nvSpPr>
          <p:cNvPr id="2" name="Rectangle 1">
            <a:extLst>
              <a:ext uri="{FF2B5EF4-FFF2-40B4-BE49-F238E27FC236}">
                <a16:creationId xmlns:a16="http://schemas.microsoft.com/office/drawing/2014/main" id="{11FEAAB5-85A5-1C91-7AB9-D5679390F59D}"/>
              </a:ext>
            </a:extLst>
          </p:cNvPr>
          <p:cNvSpPr/>
          <p:nvPr/>
        </p:nvSpPr>
        <p:spPr>
          <a:xfrm>
            <a:off x="152717" y="2712284"/>
            <a:ext cx="6096000" cy="523220"/>
          </a:xfrm>
          <a:prstGeom prst="rect">
            <a:avLst/>
          </a:prstGeom>
          <a:noFill/>
        </p:spPr>
        <p:txBody>
          <a:bodyPr wrap="square" lIns="91440" tIns="45720" rIns="91440" bIns="45720">
            <a:spAutoFit/>
          </a:bodyPr>
          <a:lstStyle/>
          <a:p>
            <a:r>
              <a:rPr lang="en-US" dirty="0">
                <a:solidFill>
                  <a:schemeClr val="tx1"/>
                </a:solidFill>
                <a:latin typeface="Inter" panose="020B0604020202020204" charset="0"/>
                <a:ea typeface="Inter" panose="020B0604020202020204" charset="0"/>
              </a:rPr>
              <a:t>We enable researchers from science, engineering and design to make </a:t>
            </a:r>
            <a:r>
              <a:rPr lang="en-US" b="1" dirty="0">
                <a:solidFill>
                  <a:schemeClr val="tx1"/>
                </a:solidFill>
                <a:latin typeface="Inter" panose="020B0604020202020204" charset="0"/>
                <a:ea typeface="Inter" panose="020B0604020202020204" charset="0"/>
              </a:rPr>
              <a:t>a global impact </a:t>
            </a:r>
            <a:r>
              <a:rPr lang="en-US" dirty="0">
                <a:solidFill>
                  <a:schemeClr val="tx1"/>
                </a:solidFill>
                <a:latin typeface="Inter" panose="020B0604020202020204" charset="0"/>
                <a:ea typeface="Inter" panose="020B0604020202020204" charset="0"/>
              </a:rPr>
              <a:t>with research data and software.</a:t>
            </a:r>
            <a:endParaRPr lang="nl-NL" dirty="0">
              <a:solidFill>
                <a:schemeClr val="tx1"/>
              </a:solidFill>
              <a:latin typeface="Inter" panose="020B0604020202020204" charset="0"/>
              <a:ea typeface="Inter" panose="020B0604020202020204" charset="0"/>
            </a:endParaRPr>
          </a:p>
        </p:txBody>
      </p:sp>
      <p:sp>
        <p:nvSpPr>
          <p:cNvPr id="3" name="TextBox 2">
            <a:extLst>
              <a:ext uri="{FF2B5EF4-FFF2-40B4-BE49-F238E27FC236}">
                <a16:creationId xmlns:a16="http://schemas.microsoft.com/office/drawing/2014/main" id="{8F2472BA-BBD9-4A19-A177-0D6000842BC6}"/>
              </a:ext>
            </a:extLst>
          </p:cNvPr>
          <p:cNvSpPr txBox="1"/>
          <p:nvPr/>
        </p:nvSpPr>
        <p:spPr>
          <a:xfrm>
            <a:off x="152717" y="3643098"/>
            <a:ext cx="6006090" cy="738664"/>
          </a:xfrm>
          <a:prstGeom prst="rect">
            <a:avLst/>
          </a:prstGeom>
          <a:noFill/>
        </p:spPr>
        <p:txBody>
          <a:bodyPr wrap="square" rtlCol="0">
            <a:spAutoFit/>
          </a:bodyPr>
          <a:lstStyle/>
          <a:p>
            <a:r>
              <a:rPr lang="en-US" dirty="0">
                <a:latin typeface="Inter" panose="020B0604020202020204" charset="0"/>
                <a:ea typeface="Inter" panose="020B0604020202020204" charset="0"/>
              </a:rPr>
              <a:t>We value </a:t>
            </a:r>
            <a:r>
              <a:rPr lang="en-US" b="1" dirty="0">
                <a:latin typeface="Inter" panose="020B0604020202020204" charset="0"/>
                <a:ea typeface="Inter" panose="020B0604020202020204" charset="0"/>
              </a:rPr>
              <a:t>digital sovereignty </a:t>
            </a:r>
            <a:r>
              <a:rPr lang="en-US" dirty="0">
                <a:latin typeface="Inter" panose="020B0604020202020204" charset="0"/>
                <a:ea typeface="Inter" panose="020B0604020202020204" charset="0"/>
              </a:rPr>
              <a:t>by developing and governing community driven infrastructure for publishing and archiving research data and software where we maintain control and ownership.</a:t>
            </a:r>
            <a:endParaRPr lang="nl-NL" dirty="0">
              <a:latin typeface="Inter" panose="020B0604020202020204" charset="0"/>
              <a:ea typeface="Inter" panose="020B0604020202020204" charset="0"/>
            </a:endParaRPr>
          </a:p>
        </p:txBody>
      </p:sp>
    </p:spTree>
    <p:extLst>
      <p:ext uri="{BB962C8B-B14F-4D97-AF65-F5344CB8AC3E}">
        <p14:creationId xmlns:p14="http://schemas.microsoft.com/office/powerpoint/2010/main" val="2260829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DDEF9-5309-82BB-9A6A-1DE650A6E82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8FC868A5-5FFB-611E-EA39-C9EF38F64A38}"/>
              </a:ext>
            </a:extLst>
          </p:cNvPr>
          <p:cNvGrpSpPr/>
          <p:nvPr/>
        </p:nvGrpSpPr>
        <p:grpSpPr>
          <a:xfrm>
            <a:off x="7114999" y="0"/>
            <a:ext cx="4848225" cy="6858000"/>
            <a:chOff x="3671888" y="0"/>
            <a:chExt cx="4848225" cy="6858000"/>
          </a:xfrm>
        </p:grpSpPr>
        <p:pic>
          <p:nvPicPr>
            <p:cNvPr id="2052" name="Picture 4">
              <a:extLst>
                <a:ext uri="{FF2B5EF4-FFF2-40B4-BE49-F238E27FC236}">
                  <a16:creationId xmlns:a16="http://schemas.microsoft.com/office/drawing/2014/main" id="{5FAFA09A-AC50-FF29-FB7B-E575C1F24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888" y="0"/>
              <a:ext cx="484822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Schoolhouse with solid fill">
              <a:extLst>
                <a:ext uri="{FF2B5EF4-FFF2-40B4-BE49-F238E27FC236}">
                  <a16:creationId xmlns:a16="http://schemas.microsoft.com/office/drawing/2014/main" id="{A259C820-B9CA-8992-9394-12C760525B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4456572"/>
              <a:ext cx="739704" cy="739704"/>
            </a:xfrm>
            <a:prstGeom prst="rect">
              <a:avLst/>
            </a:prstGeom>
          </p:spPr>
        </p:pic>
        <p:pic>
          <p:nvPicPr>
            <p:cNvPr id="5" name="Graphic 4" descr="Schoolhouse with solid fill">
              <a:extLst>
                <a:ext uri="{FF2B5EF4-FFF2-40B4-BE49-F238E27FC236}">
                  <a16:creationId xmlns:a16="http://schemas.microsoft.com/office/drawing/2014/main" id="{85287361-6E32-EDBE-54C8-2660561CC1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7960" y="3429000"/>
              <a:ext cx="739704" cy="739704"/>
            </a:xfrm>
            <a:prstGeom prst="rect">
              <a:avLst/>
            </a:prstGeom>
          </p:spPr>
        </p:pic>
        <p:pic>
          <p:nvPicPr>
            <p:cNvPr id="6" name="Graphic 5" descr="Schoolhouse with solid fill">
              <a:extLst>
                <a:ext uri="{FF2B5EF4-FFF2-40B4-BE49-F238E27FC236}">
                  <a16:creationId xmlns:a16="http://schemas.microsoft.com/office/drawing/2014/main" id="{E7DEBBA4-364B-DCD0-246B-E0F3A889B0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6200" y="2887980"/>
              <a:ext cx="739704" cy="739704"/>
            </a:xfrm>
            <a:prstGeom prst="rect">
              <a:avLst/>
            </a:prstGeom>
          </p:spPr>
        </p:pic>
        <p:pic>
          <p:nvPicPr>
            <p:cNvPr id="7" name="Graphic 6" descr="Schoolhouse with solid fill">
              <a:extLst>
                <a:ext uri="{FF2B5EF4-FFF2-40B4-BE49-F238E27FC236}">
                  <a16:creationId xmlns:a16="http://schemas.microsoft.com/office/drawing/2014/main" id="{7678B580-6586-7332-FF2D-5ED8262822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55820" y="3257832"/>
              <a:ext cx="739704" cy="739704"/>
            </a:xfrm>
            <a:prstGeom prst="rect">
              <a:avLst/>
            </a:prstGeom>
          </p:spPr>
        </p:pic>
      </p:grpSp>
      <p:sp>
        <p:nvSpPr>
          <p:cNvPr id="9" name="TextBox 8">
            <a:extLst>
              <a:ext uri="{FF2B5EF4-FFF2-40B4-BE49-F238E27FC236}">
                <a16:creationId xmlns:a16="http://schemas.microsoft.com/office/drawing/2014/main" id="{104CE9BA-C481-A708-4AC2-F6FB6BC094D6}"/>
              </a:ext>
            </a:extLst>
          </p:cNvPr>
          <p:cNvSpPr txBox="1"/>
          <p:nvPr/>
        </p:nvSpPr>
        <p:spPr>
          <a:xfrm>
            <a:off x="141428" y="1205827"/>
            <a:ext cx="6096000" cy="954107"/>
          </a:xfrm>
          <a:prstGeom prst="rect">
            <a:avLst/>
          </a:prstGeom>
          <a:noFill/>
        </p:spPr>
        <p:txBody>
          <a:bodyPr wrap="square">
            <a:spAutoFit/>
          </a:bodyPr>
          <a:lstStyle/>
          <a:p>
            <a:r>
              <a:rPr lang="en-US" b="0" i="0" dirty="0">
                <a:solidFill>
                  <a:schemeClr val="tx1"/>
                </a:solidFill>
                <a:effectLst/>
                <a:latin typeface="Inter" panose="020B0604020202020204" charset="0"/>
                <a:ea typeface="Inter" panose="020B0604020202020204" charset="0"/>
              </a:rPr>
              <a:t>4TU.ResearchData is led by the </a:t>
            </a:r>
            <a:r>
              <a:rPr lang="en-US" b="1" i="0" dirty="0">
                <a:solidFill>
                  <a:schemeClr val="tx1"/>
                </a:solidFill>
                <a:effectLst/>
                <a:latin typeface="Inter" panose="020B0604020202020204" charset="0"/>
                <a:ea typeface="Inter" panose="020B0604020202020204" charset="0"/>
              </a:rPr>
              <a:t>4TU.ResearchData Consortium</a:t>
            </a:r>
            <a:r>
              <a:rPr lang="en-US" b="0" i="0" dirty="0">
                <a:solidFill>
                  <a:schemeClr val="tx1"/>
                </a:solidFill>
                <a:effectLst/>
                <a:latin typeface="Inter" panose="020B0604020202020204" charset="0"/>
                <a:ea typeface="Inter" panose="020B0604020202020204" charset="0"/>
              </a:rPr>
              <a:t>, which consists of </a:t>
            </a:r>
            <a:r>
              <a:rPr lang="en-US" b="0" i="0" u="none" strike="noStrike" dirty="0">
                <a:solidFill>
                  <a:srgbClr val="00B050"/>
                </a:solidFill>
                <a:effectLst/>
                <a:latin typeface="Inter" panose="020B0604020202020204" charset="0"/>
                <a:ea typeface="Inter" panose="020B0604020202020204" charset="0"/>
                <a:hlinkClick r:id="rId7">
                  <a:extLst>
                    <a:ext uri="{A12FA001-AC4F-418D-AE19-62706E023703}">
                      <ahyp:hlinkClr xmlns:ahyp="http://schemas.microsoft.com/office/drawing/2018/hyperlinkcolor" val="tx"/>
                    </a:ext>
                  </a:extLst>
                </a:hlinkClick>
              </a:rPr>
              <a:t>Delft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tx1"/>
                </a:solidFill>
                <a:effectLst/>
                <a:latin typeface="Inter" panose="020B0604020202020204" charset="0"/>
                <a:ea typeface="Inter" panose="020B0604020202020204" charset="0"/>
                <a:hlinkClick r:id="rId8">
                  <a:extLst>
                    <a:ext uri="{A12FA001-AC4F-418D-AE19-62706E023703}">
                      <ahyp:hlinkClr xmlns:ahyp="http://schemas.microsoft.com/office/drawing/2018/hyperlinkcolor" val="tx"/>
                    </a:ext>
                  </a:extLst>
                </a:hlinkClick>
              </a:rPr>
              <a:t>Eindhoven University of Technology</a:t>
            </a:r>
            <a:r>
              <a:rPr lang="en-US" b="0" i="0" dirty="0">
                <a:solidFill>
                  <a:schemeClr val="tx1"/>
                </a:solidFill>
                <a:effectLst/>
                <a:latin typeface="Inter" panose="020B0604020202020204" charset="0"/>
                <a:ea typeface="Inter" panose="020B0604020202020204" charset="0"/>
              </a:rPr>
              <a:t>, </a:t>
            </a:r>
            <a:r>
              <a:rPr lang="en-US" b="0" i="0" u="none" strike="noStrike" dirty="0">
                <a:solidFill>
                  <a:schemeClr val="accent2">
                    <a:lumMod val="75000"/>
                  </a:schemeClr>
                </a:solidFill>
                <a:effectLst/>
                <a:latin typeface="Inter" panose="020B0604020202020204" charset="0"/>
                <a:ea typeface="Inter" panose="020B0604020202020204" charset="0"/>
                <a:hlinkClick r:id="rId9">
                  <a:extLst>
                    <a:ext uri="{A12FA001-AC4F-418D-AE19-62706E023703}">
                      <ahyp:hlinkClr xmlns:ahyp="http://schemas.microsoft.com/office/drawing/2018/hyperlinkcolor" val="tx"/>
                    </a:ext>
                  </a:extLst>
                </a:hlinkClick>
              </a:rPr>
              <a:t>University of Twente</a:t>
            </a:r>
            <a:r>
              <a:rPr lang="en-US" b="0" i="0" dirty="0">
                <a:solidFill>
                  <a:schemeClr val="accent2">
                    <a:lumMod val="75000"/>
                  </a:schemeClr>
                </a:solidFill>
                <a:effectLst/>
                <a:latin typeface="Inter" panose="020B0604020202020204" charset="0"/>
                <a:ea typeface="Inter" panose="020B0604020202020204" charset="0"/>
              </a:rPr>
              <a:t> </a:t>
            </a:r>
            <a:r>
              <a:rPr lang="en-US" b="0" i="0" dirty="0">
                <a:solidFill>
                  <a:schemeClr val="tx1"/>
                </a:solidFill>
                <a:effectLst/>
                <a:latin typeface="Inter" panose="020B0604020202020204" charset="0"/>
                <a:ea typeface="Inter" panose="020B0604020202020204" charset="0"/>
              </a:rPr>
              <a:t>and </a:t>
            </a:r>
            <a:r>
              <a:rPr lang="en-US" b="0" i="0" u="none" strike="noStrike" dirty="0">
                <a:solidFill>
                  <a:srgbClr val="7030A0"/>
                </a:solidFill>
                <a:effectLst/>
                <a:latin typeface="Inter" panose="020B0604020202020204" charset="0"/>
                <a:ea typeface="Inter" panose="020B0604020202020204" charset="0"/>
                <a:hlinkClick r:id="rId10">
                  <a:extLst>
                    <a:ext uri="{A12FA001-AC4F-418D-AE19-62706E023703}">
                      <ahyp:hlinkClr xmlns:ahyp="http://schemas.microsoft.com/office/drawing/2018/hyperlinkcolor" val="tx"/>
                    </a:ext>
                  </a:extLst>
                </a:hlinkClick>
              </a:rPr>
              <a:t>Wageningen University &amp; Research</a:t>
            </a:r>
            <a:r>
              <a:rPr lang="en-US" b="0" i="0" dirty="0">
                <a:solidFill>
                  <a:schemeClr val="tx1"/>
                </a:solidFill>
                <a:effectLst/>
                <a:latin typeface="Inter" panose="020B0604020202020204" charset="0"/>
                <a:ea typeface="Inter" panose="020B0604020202020204" charset="0"/>
              </a:rPr>
              <a:t>.</a:t>
            </a:r>
            <a:endParaRPr lang="nl-NL" dirty="0">
              <a:solidFill>
                <a:schemeClr val="tx1"/>
              </a:solidFill>
              <a:latin typeface="Inter" panose="020B0604020202020204" charset="0"/>
              <a:ea typeface="Inter" panose="020B0604020202020204" charset="0"/>
            </a:endParaRPr>
          </a:p>
        </p:txBody>
      </p:sp>
      <p:sp>
        <p:nvSpPr>
          <p:cNvPr id="2" name="Rectangle 1">
            <a:extLst>
              <a:ext uri="{FF2B5EF4-FFF2-40B4-BE49-F238E27FC236}">
                <a16:creationId xmlns:a16="http://schemas.microsoft.com/office/drawing/2014/main" id="{8F03F6A3-C715-BFF5-9D93-5DE42BEA5D38}"/>
              </a:ext>
            </a:extLst>
          </p:cNvPr>
          <p:cNvSpPr/>
          <p:nvPr/>
        </p:nvSpPr>
        <p:spPr>
          <a:xfrm>
            <a:off x="141428" y="2712284"/>
            <a:ext cx="6096000" cy="523220"/>
          </a:xfrm>
          <a:prstGeom prst="rect">
            <a:avLst/>
          </a:prstGeom>
          <a:noFill/>
        </p:spPr>
        <p:txBody>
          <a:bodyPr wrap="square" lIns="91440" tIns="45720" rIns="91440" bIns="45720">
            <a:spAutoFit/>
          </a:bodyPr>
          <a:lstStyle/>
          <a:p>
            <a:r>
              <a:rPr lang="en-US" dirty="0">
                <a:solidFill>
                  <a:schemeClr val="tx1"/>
                </a:solidFill>
                <a:latin typeface="Inter" panose="020B0604020202020204" charset="0"/>
                <a:ea typeface="Inter" panose="020B0604020202020204" charset="0"/>
              </a:rPr>
              <a:t>We enable researchers from science, engineering and design to make </a:t>
            </a:r>
            <a:r>
              <a:rPr lang="en-US" b="1" dirty="0">
                <a:solidFill>
                  <a:schemeClr val="tx1"/>
                </a:solidFill>
                <a:latin typeface="Inter" panose="020B0604020202020204" charset="0"/>
                <a:ea typeface="Inter" panose="020B0604020202020204" charset="0"/>
              </a:rPr>
              <a:t>a global impact </a:t>
            </a:r>
            <a:r>
              <a:rPr lang="en-US" dirty="0">
                <a:solidFill>
                  <a:schemeClr val="tx1"/>
                </a:solidFill>
                <a:latin typeface="Inter" panose="020B0604020202020204" charset="0"/>
                <a:ea typeface="Inter" panose="020B0604020202020204" charset="0"/>
              </a:rPr>
              <a:t>with research data and software.</a:t>
            </a:r>
            <a:endParaRPr lang="nl-NL" dirty="0">
              <a:solidFill>
                <a:schemeClr val="tx1"/>
              </a:solidFill>
              <a:latin typeface="Inter" panose="020B0604020202020204" charset="0"/>
              <a:ea typeface="Inter" panose="020B0604020202020204" charset="0"/>
            </a:endParaRPr>
          </a:p>
        </p:txBody>
      </p:sp>
      <p:sp>
        <p:nvSpPr>
          <p:cNvPr id="11" name="TextBox 10">
            <a:extLst>
              <a:ext uri="{FF2B5EF4-FFF2-40B4-BE49-F238E27FC236}">
                <a16:creationId xmlns:a16="http://schemas.microsoft.com/office/drawing/2014/main" id="{232BBB09-4244-F58E-A759-66154974BF2D}"/>
              </a:ext>
            </a:extLst>
          </p:cNvPr>
          <p:cNvSpPr txBox="1"/>
          <p:nvPr/>
        </p:nvSpPr>
        <p:spPr>
          <a:xfrm>
            <a:off x="141428" y="3643098"/>
            <a:ext cx="6006090" cy="738664"/>
          </a:xfrm>
          <a:prstGeom prst="rect">
            <a:avLst/>
          </a:prstGeom>
          <a:noFill/>
        </p:spPr>
        <p:txBody>
          <a:bodyPr wrap="square" rtlCol="0">
            <a:spAutoFit/>
          </a:bodyPr>
          <a:lstStyle/>
          <a:p>
            <a:r>
              <a:rPr lang="en-US" dirty="0">
                <a:latin typeface="Inter" panose="020B0604020202020204" charset="0"/>
                <a:ea typeface="Inter" panose="020B0604020202020204" charset="0"/>
              </a:rPr>
              <a:t>We value </a:t>
            </a:r>
            <a:r>
              <a:rPr lang="en-US" b="1" dirty="0">
                <a:latin typeface="Inter" panose="020B0604020202020204" charset="0"/>
                <a:ea typeface="Inter" panose="020B0604020202020204" charset="0"/>
              </a:rPr>
              <a:t>digital sovereignty </a:t>
            </a:r>
            <a:r>
              <a:rPr lang="en-US" dirty="0">
                <a:latin typeface="Inter" panose="020B0604020202020204" charset="0"/>
                <a:ea typeface="Inter" panose="020B0604020202020204" charset="0"/>
              </a:rPr>
              <a:t>by developing and governing community driven infrastructure for publishing and archiving research data and software where we maintain control and ownership.</a:t>
            </a:r>
            <a:endParaRPr lang="nl-NL" dirty="0">
              <a:latin typeface="Inter" panose="020B0604020202020204" charset="0"/>
              <a:ea typeface="Inter" panose="020B0604020202020204" charset="0"/>
            </a:endParaRPr>
          </a:p>
        </p:txBody>
      </p:sp>
      <p:sp>
        <p:nvSpPr>
          <p:cNvPr id="12" name="TextBox 11">
            <a:extLst>
              <a:ext uri="{FF2B5EF4-FFF2-40B4-BE49-F238E27FC236}">
                <a16:creationId xmlns:a16="http://schemas.microsoft.com/office/drawing/2014/main" id="{703CA63F-BBFF-094B-CC53-C9190C0BF12F}"/>
              </a:ext>
            </a:extLst>
          </p:cNvPr>
          <p:cNvSpPr txBox="1"/>
          <p:nvPr/>
        </p:nvSpPr>
        <p:spPr>
          <a:xfrm>
            <a:off x="141428" y="4826424"/>
            <a:ext cx="6234866" cy="523220"/>
          </a:xfrm>
          <a:prstGeom prst="rect">
            <a:avLst/>
          </a:prstGeom>
          <a:noFill/>
        </p:spPr>
        <p:txBody>
          <a:bodyPr wrap="square" rtlCol="0">
            <a:spAutoFit/>
          </a:bodyPr>
          <a:lstStyle/>
          <a:p>
            <a:r>
              <a:rPr lang="en-US" dirty="0">
                <a:solidFill>
                  <a:schemeClr val="dk1"/>
                </a:solidFill>
                <a:latin typeface="Inter" panose="020B0604020202020204" charset="0"/>
                <a:ea typeface="Inter" panose="020B0604020202020204" charset="0"/>
              </a:rPr>
              <a:t>We strengthen </a:t>
            </a:r>
            <a:r>
              <a:rPr lang="en-US" b="1" dirty="0">
                <a:solidFill>
                  <a:schemeClr val="dk1"/>
                </a:solidFill>
                <a:latin typeface="Inter" panose="020B0604020202020204" charset="0"/>
                <a:ea typeface="Inter" panose="020B0604020202020204" charset="0"/>
              </a:rPr>
              <a:t>digital competencies </a:t>
            </a:r>
            <a:r>
              <a:rPr lang="en-US" dirty="0">
                <a:solidFill>
                  <a:schemeClr val="dk1"/>
                </a:solidFill>
                <a:latin typeface="Inter" panose="020B0604020202020204" charset="0"/>
                <a:ea typeface="Inter" panose="020B0604020202020204" charset="0"/>
              </a:rPr>
              <a:t>for modern scientific practice through training for researchers and data </a:t>
            </a:r>
            <a:r>
              <a:rPr lang="nl-NL" dirty="0">
                <a:solidFill>
                  <a:schemeClr val="dk1"/>
                </a:solidFill>
                <a:latin typeface="Inter" panose="020B0604020202020204" charset="0"/>
                <a:ea typeface="Inter" panose="020B0604020202020204" charset="0"/>
              </a:rPr>
              <a:t>professionals</a:t>
            </a:r>
            <a:r>
              <a:rPr lang="nl-NL" dirty="0">
                <a:solidFill>
                  <a:schemeClr val="dk1"/>
                </a:solidFill>
              </a:rPr>
              <a:t>.</a:t>
            </a:r>
            <a:endParaRPr lang="nl-NL" dirty="0"/>
          </a:p>
        </p:txBody>
      </p:sp>
    </p:spTree>
    <p:extLst>
      <p:ext uri="{BB962C8B-B14F-4D97-AF65-F5344CB8AC3E}">
        <p14:creationId xmlns:p14="http://schemas.microsoft.com/office/powerpoint/2010/main" val="188369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alpha val="73000"/>
          </a:schemeClr>
        </a:solidFill>
        <a:effectLst/>
      </p:bgPr>
    </p:bg>
    <p:spTree>
      <p:nvGrpSpPr>
        <p:cNvPr id="1" name="Shape 1273">
          <a:extLst>
            <a:ext uri="{FF2B5EF4-FFF2-40B4-BE49-F238E27FC236}">
              <a16:creationId xmlns:a16="http://schemas.microsoft.com/office/drawing/2014/main" id="{568918C0-A232-C9D3-1892-E42C0E256C10}"/>
            </a:ext>
          </a:extLst>
        </p:cNvPr>
        <p:cNvGrpSpPr/>
        <p:nvPr/>
      </p:nvGrpSpPr>
      <p:grpSpPr>
        <a:xfrm>
          <a:off x="0" y="0"/>
          <a:ext cx="0" cy="0"/>
          <a:chOff x="0" y="0"/>
          <a:chExt cx="0" cy="0"/>
        </a:xfrm>
      </p:grpSpPr>
      <p:pic>
        <p:nvPicPr>
          <p:cNvPr id="1281" name="Google Shape;1281;p57" descr="Ein Bild, das Grafiken, Muster, Design enthält.&#10;&#10;KI-generierte Inhalte können fehlerhaft sein.">
            <a:extLst>
              <a:ext uri="{FF2B5EF4-FFF2-40B4-BE49-F238E27FC236}">
                <a16:creationId xmlns:a16="http://schemas.microsoft.com/office/drawing/2014/main" id="{4CA13082-7C09-0D79-A4C6-EDA1A3670A91}"/>
              </a:ext>
            </a:extLst>
          </p:cNvPr>
          <p:cNvPicPr preferRelativeResize="0"/>
          <p:nvPr/>
        </p:nvPicPr>
        <p:blipFill rotWithShape="1">
          <a:blip r:embed="rId3">
            <a:alphaModFix/>
          </a:blip>
          <a:srcRect/>
          <a:stretch/>
        </p:blipFill>
        <p:spPr>
          <a:xfrm>
            <a:off x="11189252" y="260626"/>
            <a:ext cx="752058" cy="752058"/>
          </a:xfrm>
          <a:prstGeom prst="rect">
            <a:avLst/>
          </a:prstGeom>
          <a:noFill/>
          <a:ln>
            <a:noFill/>
          </a:ln>
        </p:spPr>
      </p:pic>
      <p:sp>
        <p:nvSpPr>
          <p:cNvPr id="1282" name="Google Shape;1282;p57">
            <a:extLst>
              <a:ext uri="{FF2B5EF4-FFF2-40B4-BE49-F238E27FC236}">
                <a16:creationId xmlns:a16="http://schemas.microsoft.com/office/drawing/2014/main" id="{D20BA160-56F4-95E6-B599-45997785DA23}"/>
              </a:ext>
            </a:extLst>
          </p:cNvPr>
          <p:cNvSpPr txBox="1"/>
          <p:nvPr/>
        </p:nvSpPr>
        <p:spPr>
          <a:xfrm>
            <a:off x="163439" y="440267"/>
            <a:ext cx="5728200" cy="64013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000000"/>
              </a:buClr>
              <a:buSzPts val="4450"/>
              <a:buFont typeface="Arial"/>
              <a:buNone/>
            </a:pPr>
            <a:r>
              <a:rPr lang="en-US" sz="4450" b="0" i="0" u="none" strike="noStrike" cap="none" dirty="0">
                <a:solidFill>
                  <a:schemeClr val="dk1"/>
                </a:solidFill>
                <a:latin typeface="Inter Light"/>
                <a:ea typeface="Inter Light"/>
                <a:cs typeface="Inter Light"/>
                <a:sym typeface="Inter Light"/>
              </a:rPr>
              <a:t>Leila Iñigo</a:t>
            </a:r>
            <a:endParaRPr sz="1400" b="0" i="0" u="none" strike="noStrike" cap="none" dirty="0">
              <a:solidFill>
                <a:srgbClr val="000000"/>
              </a:solidFill>
              <a:latin typeface="Inter Light"/>
              <a:ea typeface="Inter Light"/>
              <a:cs typeface="Inter Light"/>
              <a:sym typeface="Inter Light"/>
            </a:endParaRPr>
          </a:p>
        </p:txBody>
      </p:sp>
      <p:pic>
        <p:nvPicPr>
          <p:cNvPr id="5" name="Picture Placeholder 4">
            <a:extLst>
              <a:ext uri="{FF2B5EF4-FFF2-40B4-BE49-F238E27FC236}">
                <a16:creationId xmlns:a16="http://schemas.microsoft.com/office/drawing/2014/main" id="{85CDE70E-C06F-937E-86BC-4E9C47213A06}"/>
              </a:ext>
            </a:extLst>
          </p:cNvPr>
          <p:cNvPicPr>
            <a:picLocks noGrp="1" noChangeAspect="1"/>
          </p:cNvPicPr>
          <p:nvPr>
            <p:ph type="pic" idx="2"/>
          </p:nvPr>
        </p:nvPicPr>
        <p:blipFill>
          <a:blip r:embed="rId4"/>
          <a:srcRect l="4054" r="4054"/>
          <a:stretch>
            <a:fillRect/>
          </a:stretch>
        </p:blipFill>
        <p:spPr>
          <a:prstGeom prst="rect">
            <a:avLst/>
          </a:prstGeom>
          <a:noFill/>
          <a:ln>
            <a:noFill/>
          </a:ln>
        </p:spPr>
      </p:pic>
      <p:sp>
        <p:nvSpPr>
          <p:cNvPr id="11" name="Text Placeholder 10">
            <a:extLst>
              <a:ext uri="{FF2B5EF4-FFF2-40B4-BE49-F238E27FC236}">
                <a16:creationId xmlns:a16="http://schemas.microsoft.com/office/drawing/2014/main" id="{0EF4326F-8825-FBC3-FA49-AB09B22374F3}"/>
              </a:ext>
            </a:extLst>
          </p:cNvPr>
          <p:cNvSpPr>
            <a:spLocks noGrp="1"/>
          </p:cNvSpPr>
          <p:nvPr>
            <p:ph type="body" idx="1"/>
          </p:nvPr>
        </p:nvSpPr>
        <p:spPr>
          <a:xfrm>
            <a:off x="435908" y="3987332"/>
            <a:ext cx="7082491" cy="364536"/>
          </a:xfrm>
        </p:spPr>
        <p:txBody>
          <a:bodyPr/>
          <a:lstStyle/>
          <a:p>
            <a:r>
              <a:rPr lang="en-US" sz="1800" dirty="0"/>
              <a:t>Trainer and Coordinator of Digital Skills a 4TU.ResearchData</a:t>
            </a:r>
            <a:endParaRPr lang="nl-NL" sz="1800" dirty="0"/>
          </a:p>
        </p:txBody>
      </p:sp>
      <p:sp>
        <p:nvSpPr>
          <p:cNvPr id="14" name="Text Placeholder 10">
            <a:extLst>
              <a:ext uri="{FF2B5EF4-FFF2-40B4-BE49-F238E27FC236}">
                <a16:creationId xmlns:a16="http://schemas.microsoft.com/office/drawing/2014/main" id="{ED8AD0E8-DB18-BBA1-21BC-3151FCA41A23}"/>
              </a:ext>
            </a:extLst>
          </p:cNvPr>
          <p:cNvSpPr txBox="1">
            <a:spLocks/>
          </p:cNvSpPr>
          <p:nvPr/>
        </p:nvSpPr>
        <p:spPr>
          <a:xfrm>
            <a:off x="7760815" y="6496564"/>
            <a:ext cx="5420326" cy="3544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sz="1600" b="1" u="sng" dirty="0"/>
              <a:t>https://community.data.4tu.nl/training/</a:t>
            </a:r>
            <a:endParaRPr lang="nl-NL" sz="1600" b="1" u="sng" dirty="0"/>
          </a:p>
        </p:txBody>
      </p:sp>
    </p:spTree>
    <p:extLst>
      <p:ext uri="{BB962C8B-B14F-4D97-AF65-F5344CB8AC3E}">
        <p14:creationId xmlns:p14="http://schemas.microsoft.com/office/powerpoint/2010/main" val="1672659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2C1F-E869-A607-9DE8-CD8038E4B82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B6C64FC-846C-9FD6-553E-84414585958D}"/>
              </a:ext>
            </a:extLst>
          </p:cNvPr>
          <p:cNvPicPr>
            <a:picLocks noChangeAspect="1"/>
          </p:cNvPicPr>
          <p:nvPr/>
        </p:nvPicPr>
        <p:blipFill>
          <a:blip r:embed="rId2"/>
          <a:stretch>
            <a:fillRect/>
          </a:stretch>
        </p:blipFill>
        <p:spPr>
          <a:xfrm>
            <a:off x="0" y="1079466"/>
            <a:ext cx="12192000" cy="5778534"/>
          </a:xfrm>
          <a:prstGeom prst="rect">
            <a:avLst/>
          </a:prstGeom>
        </p:spPr>
      </p:pic>
      <p:sp>
        <p:nvSpPr>
          <p:cNvPr id="13" name="TextBox 12">
            <a:extLst>
              <a:ext uri="{FF2B5EF4-FFF2-40B4-BE49-F238E27FC236}">
                <a16:creationId xmlns:a16="http://schemas.microsoft.com/office/drawing/2014/main" id="{930D7B36-A100-8035-9352-D613E11641C7}"/>
              </a:ext>
            </a:extLst>
          </p:cNvPr>
          <p:cNvSpPr txBox="1"/>
          <p:nvPr/>
        </p:nvSpPr>
        <p:spPr>
          <a:xfrm>
            <a:off x="4673600" y="428977"/>
            <a:ext cx="2324675" cy="400110"/>
          </a:xfrm>
          <a:prstGeom prst="rect">
            <a:avLst/>
          </a:prstGeom>
          <a:noFill/>
        </p:spPr>
        <p:txBody>
          <a:bodyPr wrap="none" rtlCol="0">
            <a:spAutoFit/>
          </a:bodyPr>
          <a:lstStyle/>
          <a:p>
            <a:r>
              <a:rPr lang="en-US" sz="2000" b="1" dirty="0">
                <a:latin typeface="Inter" panose="020B0604020202020204" charset="0"/>
                <a:ea typeface="Inter" panose="020B0604020202020204" charset="0"/>
              </a:rPr>
              <a:t>Our landing page</a:t>
            </a:r>
            <a:endParaRPr lang="nl-NL" sz="2000" b="1" dirty="0">
              <a:latin typeface="Inter" panose="020B0604020202020204" charset="0"/>
              <a:ea typeface="Inter" panose="020B0604020202020204" charset="0"/>
            </a:endParaRPr>
          </a:p>
        </p:txBody>
      </p:sp>
    </p:spTree>
    <p:extLst>
      <p:ext uri="{BB962C8B-B14F-4D97-AF65-F5344CB8AC3E}">
        <p14:creationId xmlns:p14="http://schemas.microsoft.com/office/powerpoint/2010/main" val="3431265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A0998-35BF-9361-9CF1-7E586FAE83C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8B411C12-4F84-E7A3-738F-726807701CCF}"/>
              </a:ext>
            </a:extLst>
          </p:cNvPr>
          <p:cNvSpPr txBox="1"/>
          <p:nvPr/>
        </p:nvSpPr>
        <p:spPr>
          <a:xfrm>
            <a:off x="4673600" y="428977"/>
            <a:ext cx="2324675" cy="400110"/>
          </a:xfrm>
          <a:prstGeom prst="rect">
            <a:avLst/>
          </a:prstGeom>
          <a:noFill/>
        </p:spPr>
        <p:txBody>
          <a:bodyPr wrap="none" rtlCol="0">
            <a:spAutoFit/>
          </a:bodyPr>
          <a:lstStyle/>
          <a:p>
            <a:r>
              <a:rPr lang="en-US" sz="2000" b="1" dirty="0">
                <a:latin typeface="Inter" panose="020B0604020202020204" charset="0"/>
                <a:ea typeface="Inter" panose="020B0604020202020204" charset="0"/>
              </a:rPr>
              <a:t>Our landing page</a:t>
            </a:r>
            <a:endParaRPr lang="nl-NL" sz="2000" b="1" dirty="0">
              <a:latin typeface="Inter" panose="020B0604020202020204" charset="0"/>
              <a:ea typeface="Inter" panose="020B0604020202020204" charset="0"/>
            </a:endParaRPr>
          </a:p>
        </p:txBody>
      </p:sp>
      <p:pic>
        <p:nvPicPr>
          <p:cNvPr id="3" name="Picture 2">
            <a:extLst>
              <a:ext uri="{FF2B5EF4-FFF2-40B4-BE49-F238E27FC236}">
                <a16:creationId xmlns:a16="http://schemas.microsoft.com/office/drawing/2014/main" id="{6860640C-5CA3-9C1C-6EE4-5022E851D314}"/>
              </a:ext>
            </a:extLst>
          </p:cNvPr>
          <p:cNvPicPr>
            <a:picLocks noChangeAspect="1"/>
          </p:cNvPicPr>
          <p:nvPr/>
        </p:nvPicPr>
        <p:blipFill>
          <a:blip r:embed="rId3"/>
          <a:stretch>
            <a:fillRect/>
          </a:stretch>
        </p:blipFill>
        <p:spPr>
          <a:xfrm>
            <a:off x="866045" y="99548"/>
            <a:ext cx="10459910" cy="6658904"/>
          </a:xfrm>
          <a:prstGeom prst="rect">
            <a:avLst/>
          </a:prstGeom>
        </p:spPr>
      </p:pic>
    </p:spTree>
    <p:extLst>
      <p:ext uri="{BB962C8B-B14F-4D97-AF65-F5344CB8AC3E}">
        <p14:creationId xmlns:p14="http://schemas.microsoft.com/office/powerpoint/2010/main" val="160233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743B4-5FEF-2069-0925-02D3BB3C980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17918039-DCF3-39DB-B86F-62CF596CFBF4}"/>
              </a:ext>
            </a:extLst>
          </p:cNvPr>
          <p:cNvSpPr txBox="1"/>
          <p:nvPr/>
        </p:nvSpPr>
        <p:spPr>
          <a:xfrm>
            <a:off x="4673600" y="428977"/>
            <a:ext cx="2324675" cy="400110"/>
          </a:xfrm>
          <a:prstGeom prst="rect">
            <a:avLst/>
          </a:prstGeom>
          <a:noFill/>
        </p:spPr>
        <p:txBody>
          <a:bodyPr wrap="none" rtlCol="0">
            <a:spAutoFit/>
          </a:bodyPr>
          <a:lstStyle/>
          <a:p>
            <a:r>
              <a:rPr lang="en-US" sz="2000" b="1" dirty="0">
                <a:latin typeface="Inter" panose="020B0604020202020204" charset="0"/>
                <a:ea typeface="Inter" panose="020B0604020202020204" charset="0"/>
              </a:rPr>
              <a:t>Our landing page</a:t>
            </a:r>
            <a:endParaRPr lang="nl-NL" sz="2000" b="1" dirty="0">
              <a:latin typeface="Inter" panose="020B0604020202020204" charset="0"/>
              <a:ea typeface="Inter" panose="020B0604020202020204" charset="0"/>
            </a:endParaRPr>
          </a:p>
        </p:txBody>
      </p:sp>
      <p:pic>
        <p:nvPicPr>
          <p:cNvPr id="3" name="Picture 2">
            <a:extLst>
              <a:ext uri="{FF2B5EF4-FFF2-40B4-BE49-F238E27FC236}">
                <a16:creationId xmlns:a16="http://schemas.microsoft.com/office/drawing/2014/main" id="{4E734EC0-947D-9869-1BF8-E1BDEE3C5515}"/>
              </a:ext>
            </a:extLst>
          </p:cNvPr>
          <p:cNvPicPr>
            <a:picLocks noChangeAspect="1"/>
          </p:cNvPicPr>
          <p:nvPr/>
        </p:nvPicPr>
        <p:blipFill>
          <a:blip r:embed="rId3"/>
          <a:stretch>
            <a:fillRect/>
          </a:stretch>
        </p:blipFill>
        <p:spPr>
          <a:xfrm>
            <a:off x="866045" y="99548"/>
            <a:ext cx="10459910" cy="6658904"/>
          </a:xfrm>
          <a:prstGeom prst="rect">
            <a:avLst/>
          </a:prstGeom>
        </p:spPr>
      </p:pic>
      <p:sp>
        <p:nvSpPr>
          <p:cNvPr id="2" name="Rectangle: Rounded Corners 1">
            <a:extLst>
              <a:ext uri="{FF2B5EF4-FFF2-40B4-BE49-F238E27FC236}">
                <a16:creationId xmlns:a16="http://schemas.microsoft.com/office/drawing/2014/main" id="{B386AEFC-D8C2-C848-11DC-DD062E4F0312}"/>
              </a:ext>
            </a:extLst>
          </p:cNvPr>
          <p:cNvSpPr/>
          <p:nvPr/>
        </p:nvSpPr>
        <p:spPr>
          <a:xfrm>
            <a:off x="3849511" y="4515556"/>
            <a:ext cx="1591733" cy="2156177"/>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nl-NL"/>
          </a:p>
        </p:txBody>
      </p:sp>
    </p:spTree>
    <p:extLst>
      <p:ext uri="{BB962C8B-B14F-4D97-AF65-F5344CB8AC3E}">
        <p14:creationId xmlns:p14="http://schemas.microsoft.com/office/powerpoint/2010/main" val="1686445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32A0D-91EA-ECCE-470C-3E66309581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665019-B7C2-B13C-5F7F-9864F9E17FDA}"/>
              </a:ext>
            </a:extLst>
          </p:cNvPr>
          <p:cNvSpPr txBox="1"/>
          <p:nvPr/>
        </p:nvSpPr>
        <p:spPr>
          <a:xfrm>
            <a:off x="0" y="0"/>
            <a:ext cx="6096000" cy="307777"/>
          </a:xfrm>
          <a:prstGeom prst="rect">
            <a:avLst/>
          </a:prstGeom>
          <a:noFill/>
        </p:spPr>
        <p:txBody>
          <a:bodyPr wrap="square">
            <a:spAutoFit/>
          </a:bodyPr>
          <a:lstStyle/>
          <a:p>
            <a:r>
              <a:rPr lang="nl-NL" u="sng" dirty="0">
                <a:solidFill>
                  <a:schemeClr val="accent3">
                    <a:lumMod val="25000"/>
                  </a:schemeClr>
                </a:solidFill>
                <a:hlinkClick r:id="rId2">
                  <a:extLst>
                    <a:ext uri="{A12FA001-AC4F-418D-AE19-62706E023703}">
                      <ahyp:hlinkClr xmlns:ahyp="http://schemas.microsoft.com/office/drawing/2018/hyperlinkcolor" val="tx"/>
                    </a:ext>
                  </a:extLst>
                </a:hlinkClick>
              </a:rPr>
              <a:t>https://data.4tu.nl/datasets/bcf01712-4f8d-4f12-bfc6-84fed4ddc086</a:t>
            </a:r>
            <a:endParaRPr lang="nl-NL" u="sng" dirty="0">
              <a:solidFill>
                <a:schemeClr val="accent3">
                  <a:lumMod val="25000"/>
                </a:schemeClr>
              </a:solidFill>
            </a:endParaRPr>
          </a:p>
        </p:txBody>
      </p:sp>
      <p:grpSp>
        <p:nvGrpSpPr>
          <p:cNvPr id="6" name="Group 5">
            <a:extLst>
              <a:ext uri="{FF2B5EF4-FFF2-40B4-BE49-F238E27FC236}">
                <a16:creationId xmlns:a16="http://schemas.microsoft.com/office/drawing/2014/main" id="{1C3C71D8-5E9C-61F0-5671-0809FD1FA212}"/>
              </a:ext>
            </a:extLst>
          </p:cNvPr>
          <p:cNvGrpSpPr/>
          <p:nvPr/>
        </p:nvGrpSpPr>
        <p:grpSpPr>
          <a:xfrm>
            <a:off x="654033" y="465821"/>
            <a:ext cx="8956338" cy="5889294"/>
            <a:chOff x="654033" y="465821"/>
            <a:chExt cx="8956338" cy="5889294"/>
          </a:xfrm>
        </p:grpSpPr>
        <p:pic>
          <p:nvPicPr>
            <p:cNvPr id="3" name="Picture 2">
              <a:extLst>
                <a:ext uri="{FF2B5EF4-FFF2-40B4-BE49-F238E27FC236}">
                  <a16:creationId xmlns:a16="http://schemas.microsoft.com/office/drawing/2014/main" id="{C4A0D481-7E48-A246-BCD9-02D93059E2B2}"/>
                </a:ext>
              </a:extLst>
            </p:cNvPr>
            <p:cNvPicPr>
              <a:picLocks noChangeAspect="1"/>
            </p:cNvPicPr>
            <p:nvPr/>
          </p:nvPicPr>
          <p:blipFill>
            <a:blip r:embed="rId3"/>
            <a:srcRect t="1781"/>
            <a:stretch>
              <a:fillRect/>
            </a:stretch>
          </p:blipFill>
          <p:spPr>
            <a:xfrm>
              <a:off x="654033" y="465821"/>
              <a:ext cx="8956338" cy="4593169"/>
            </a:xfrm>
            <a:prstGeom prst="rect">
              <a:avLst/>
            </a:prstGeom>
          </p:spPr>
        </p:pic>
        <p:pic>
          <p:nvPicPr>
            <p:cNvPr id="4" name="Picture 3">
              <a:extLst>
                <a:ext uri="{FF2B5EF4-FFF2-40B4-BE49-F238E27FC236}">
                  <a16:creationId xmlns:a16="http://schemas.microsoft.com/office/drawing/2014/main" id="{A17904F0-3572-3564-7EA2-6FD9049A782E}"/>
                </a:ext>
              </a:extLst>
            </p:cNvPr>
            <p:cNvPicPr>
              <a:picLocks noChangeAspect="1"/>
            </p:cNvPicPr>
            <p:nvPr/>
          </p:nvPicPr>
          <p:blipFill>
            <a:blip r:embed="rId4"/>
            <a:srcRect r="11116" b="53194"/>
            <a:stretch>
              <a:fillRect/>
            </a:stretch>
          </p:blipFill>
          <p:spPr>
            <a:xfrm>
              <a:off x="654033" y="5058990"/>
              <a:ext cx="8956338" cy="1296125"/>
            </a:xfrm>
            <a:prstGeom prst="rect">
              <a:avLst/>
            </a:prstGeom>
          </p:spPr>
        </p:pic>
      </p:grpSp>
    </p:spTree>
    <p:extLst>
      <p:ext uri="{BB962C8B-B14F-4D97-AF65-F5344CB8AC3E}">
        <p14:creationId xmlns:p14="http://schemas.microsoft.com/office/powerpoint/2010/main" val="1526495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284D4-8EFE-5E19-4E42-DB02B95841A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705EC0-7518-CFEF-96D7-BC63408EC3DC}"/>
              </a:ext>
            </a:extLst>
          </p:cNvPr>
          <p:cNvSpPr txBox="1"/>
          <p:nvPr/>
        </p:nvSpPr>
        <p:spPr>
          <a:xfrm>
            <a:off x="0" y="0"/>
            <a:ext cx="6096000" cy="307777"/>
          </a:xfrm>
          <a:prstGeom prst="rect">
            <a:avLst/>
          </a:prstGeom>
          <a:noFill/>
        </p:spPr>
        <p:txBody>
          <a:bodyPr wrap="square">
            <a:spAutoFit/>
          </a:bodyPr>
          <a:lstStyle/>
          <a:p>
            <a:r>
              <a:rPr lang="nl-NL" u="sng" dirty="0">
                <a:solidFill>
                  <a:schemeClr val="accent3">
                    <a:lumMod val="25000"/>
                  </a:schemeClr>
                </a:solidFill>
                <a:hlinkClick r:id="rId3">
                  <a:extLst>
                    <a:ext uri="{A12FA001-AC4F-418D-AE19-62706E023703}">
                      <ahyp:hlinkClr xmlns:ahyp="http://schemas.microsoft.com/office/drawing/2018/hyperlinkcolor" val="tx"/>
                    </a:ext>
                  </a:extLst>
                </a:hlinkClick>
              </a:rPr>
              <a:t>https://data.4tu.nl/datasets/bcf01712-4f8d-4f12-bfc6-84fed4ddc086</a:t>
            </a:r>
            <a:endParaRPr lang="nl-NL" u="sng" dirty="0">
              <a:solidFill>
                <a:schemeClr val="accent3">
                  <a:lumMod val="25000"/>
                </a:schemeClr>
              </a:solidFill>
            </a:endParaRPr>
          </a:p>
        </p:txBody>
      </p:sp>
      <p:grpSp>
        <p:nvGrpSpPr>
          <p:cNvPr id="6" name="Group 5">
            <a:extLst>
              <a:ext uri="{FF2B5EF4-FFF2-40B4-BE49-F238E27FC236}">
                <a16:creationId xmlns:a16="http://schemas.microsoft.com/office/drawing/2014/main" id="{6FAD8BDA-BF3C-2E2E-F1C6-16074B96FDB2}"/>
              </a:ext>
            </a:extLst>
          </p:cNvPr>
          <p:cNvGrpSpPr/>
          <p:nvPr/>
        </p:nvGrpSpPr>
        <p:grpSpPr>
          <a:xfrm>
            <a:off x="654033" y="465821"/>
            <a:ext cx="8956338" cy="5889294"/>
            <a:chOff x="654033" y="465821"/>
            <a:chExt cx="8956338" cy="5889294"/>
          </a:xfrm>
        </p:grpSpPr>
        <p:pic>
          <p:nvPicPr>
            <p:cNvPr id="3" name="Picture 2">
              <a:extLst>
                <a:ext uri="{FF2B5EF4-FFF2-40B4-BE49-F238E27FC236}">
                  <a16:creationId xmlns:a16="http://schemas.microsoft.com/office/drawing/2014/main" id="{A09F2B45-A97B-9EED-7FA9-463A382419BC}"/>
                </a:ext>
              </a:extLst>
            </p:cNvPr>
            <p:cNvPicPr>
              <a:picLocks noChangeAspect="1"/>
            </p:cNvPicPr>
            <p:nvPr/>
          </p:nvPicPr>
          <p:blipFill>
            <a:blip r:embed="rId4"/>
            <a:srcRect t="1781"/>
            <a:stretch>
              <a:fillRect/>
            </a:stretch>
          </p:blipFill>
          <p:spPr>
            <a:xfrm>
              <a:off x="654033" y="465821"/>
              <a:ext cx="8956338" cy="4593169"/>
            </a:xfrm>
            <a:prstGeom prst="rect">
              <a:avLst/>
            </a:prstGeom>
          </p:spPr>
        </p:pic>
        <p:pic>
          <p:nvPicPr>
            <p:cNvPr id="4" name="Picture 3">
              <a:extLst>
                <a:ext uri="{FF2B5EF4-FFF2-40B4-BE49-F238E27FC236}">
                  <a16:creationId xmlns:a16="http://schemas.microsoft.com/office/drawing/2014/main" id="{FAEE5498-9AEE-5E3E-E422-6074CA06731A}"/>
                </a:ext>
              </a:extLst>
            </p:cNvPr>
            <p:cNvPicPr>
              <a:picLocks noChangeAspect="1"/>
            </p:cNvPicPr>
            <p:nvPr/>
          </p:nvPicPr>
          <p:blipFill>
            <a:blip r:embed="rId5"/>
            <a:srcRect r="11116" b="53194"/>
            <a:stretch>
              <a:fillRect/>
            </a:stretch>
          </p:blipFill>
          <p:spPr>
            <a:xfrm>
              <a:off x="654033" y="5058990"/>
              <a:ext cx="8956338" cy="1296125"/>
            </a:xfrm>
            <a:prstGeom prst="rect">
              <a:avLst/>
            </a:prstGeom>
          </p:spPr>
        </p:pic>
      </p:grpSp>
      <p:sp>
        <p:nvSpPr>
          <p:cNvPr id="8" name="Rectangle: Rounded Corners 7">
            <a:extLst>
              <a:ext uri="{FF2B5EF4-FFF2-40B4-BE49-F238E27FC236}">
                <a16:creationId xmlns:a16="http://schemas.microsoft.com/office/drawing/2014/main" id="{64FB16B8-D116-A6A1-2D47-043211DB8720}"/>
              </a:ext>
            </a:extLst>
          </p:cNvPr>
          <p:cNvSpPr/>
          <p:nvPr/>
        </p:nvSpPr>
        <p:spPr>
          <a:xfrm>
            <a:off x="778933" y="4504267"/>
            <a:ext cx="891823" cy="485422"/>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nl-NL"/>
          </a:p>
        </p:txBody>
      </p:sp>
      <p:sp>
        <p:nvSpPr>
          <p:cNvPr id="2" name="Rectangle: Rounded Corners 1">
            <a:extLst>
              <a:ext uri="{FF2B5EF4-FFF2-40B4-BE49-F238E27FC236}">
                <a16:creationId xmlns:a16="http://schemas.microsoft.com/office/drawing/2014/main" id="{5CE10A55-5D33-20CB-24C6-3B6CD8B391B0}"/>
              </a:ext>
            </a:extLst>
          </p:cNvPr>
          <p:cNvSpPr/>
          <p:nvPr/>
        </p:nvSpPr>
        <p:spPr>
          <a:xfrm>
            <a:off x="7253111" y="6012372"/>
            <a:ext cx="2173111" cy="379807"/>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nl-NL"/>
          </a:p>
        </p:txBody>
      </p:sp>
    </p:spTree>
    <p:extLst>
      <p:ext uri="{BB962C8B-B14F-4D97-AF65-F5344CB8AC3E}">
        <p14:creationId xmlns:p14="http://schemas.microsoft.com/office/powerpoint/2010/main" val="443420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C1C12-7697-9F6C-147C-DF933A8B3E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AD50A35-400B-8CDC-8834-A658F333BE67}"/>
              </a:ext>
            </a:extLst>
          </p:cNvPr>
          <p:cNvPicPr>
            <a:picLocks noChangeAspect="1"/>
          </p:cNvPicPr>
          <p:nvPr/>
        </p:nvPicPr>
        <p:blipFill>
          <a:blip r:embed="rId3"/>
          <a:srcRect t="1781"/>
          <a:stretch>
            <a:fillRect/>
          </a:stretch>
        </p:blipFill>
        <p:spPr>
          <a:xfrm>
            <a:off x="481175" y="307777"/>
            <a:ext cx="10326541" cy="5295864"/>
          </a:xfrm>
          <a:prstGeom prst="rect">
            <a:avLst/>
          </a:prstGeom>
        </p:spPr>
      </p:pic>
      <p:sp>
        <p:nvSpPr>
          <p:cNvPr id="5" name="TextBox 4">
            <a:extLst>
              <a:ext uri="{FF2B5EF4-FFF2-40B4-BE49-F238E27FC236}">
                <a16:creationId xmlns:a16="http://schemas.microsoft.com/office/drawing/2014/main" id="{A1F0C2FA-A355-E057-7698-4FEED936E1B5}"/>
              </a:ext>
            </a:extLst>
          </p:cNvPr>
          <p:cNvSpPr txBox="1"/>
          <p:nvPr/>
        </p:nvSpPr>
        <p:spPr>
          <a:xfrm>
            <a:off x="0" y="0"/>
            <a:ext cx="6096000" cy="307777"/>
          </a:xfrm>
          <a:prstGeom prst="rect">
            <a:avLst/>
          </a:prstGeom>
          <a:noFill/>
        </p:spPr>
        <p:txBody>
          <a:bodyPr wrap="square">
            <a:spAutoFit/>
          </a:bodyPr>
          <a:lstStyle/>
          <a:p>
            <a:r>
              <a:rPr lang="nl-NL" u="sng" dirty="0">
                <a:solidFill>
                  <a:schemeClr val="accent3">
                    <a:lumMod val="25000"/>
                  </a:schemeClr>
                </a:solidFill>
                <a:hlinkClick r:id="rId4">
                  <a:extLst>
                    <a:ext uri="{A12FA001-AC4F-418D-AE19-62706E023703}">
                      <ahyp:hlinkClr xmlns:ahyp="http://schemas.microsoft.com/office/drawing/2018/hyperlinkcolor" val="tx"/>
                    </a:ext>
                  </a:extLst>
                </a:hlinkClick>
              </a:rPr>
              <a:t>https://data.4tu.nl/datasets/bcf01712-4f8d-4f12-bfc6-84fed4ddc086</a:t>
            </a:r>
            <a:endParaRPr lang="nl-NL" u="sng" dirty="0">
              <a:solidFill>
                <a:schemeClr val="accent3">
                  <a:lumMod val="25000"/>
                </a:schemeClr>
              </a:solidFill>
            </a:endParaRPr>
          </a:p>
        </p:txBody>
      </p:sp>
      <p:pic>
        <p:nvPicPr>
          <p:cNvPr id="7" name="Picture 6">
            <a:extLst>
              <a:ext uri="{FF2B5EF4-FFF2-40B4-BE49-F238E27FC236}">
                <a16:creationId xmlns:a16="http://schemas.microsoft.com/office/drawing/2014/main" id="{DA32C024-B770-45D2-1E86-6DF66504BC89}"/>
              </a:ext>
            </a:extLst>
          </p:cNvPr>
          <p:cNvPicPr>
            <a:picLocks noChangeAspect="1"/>
          </p:cNvPicPr>
          <p:nvPr/>
        </p:nvPicPr>
        <p:blipFill>
          <a:blip r:embed="rId5"/>
          <a:stretch>
            <a:fillRect/>
          </a:stretch>
        </p:blipFill>
        <p:spPr>
          <a:xfrm>
            <a:off x="3541725" y="3761943"/>
            <a:ext cx="7411484" cy="3096057"/>
          </a:xfrm>
          <a:prstGeom prst="rect">
            <a:avLst/>
          </a:prstGeom>
        </p:spPr>
      </p:pic>
      <p:sp>
        <p:nvSpPr>
          <p:cNvPr id="2" name="TextBox 1">
            <a:extLst>
              <a:ext uri="{FF2B5EF4-FFF2-40B4-BE49-F238E27FC236}">
                <a16:creationId xmlns:a16="http://schemas.microsoft.com/office/drawing/2014/main" id="{7B639A83-1AD1-F610-4B1D-50C241244C35}"/>
              </a:ext>
            </a:extLst>
          </p:cNvPr>
          <p:cNvSpPr txBox="1"/>
          <p:nvPr/>
        </p:nvSpPr>
        <p:spPr>
          <a:xfrm>
            <a:off x="5378044" y="6457890"/>
            <a:ext cx="1869423" cy="400110"/>
          </a:xfrm>
          <a:prstGeom prst="rect">
            <a:avLst/>
          </a:prstGeom>
          <a:noFill/>
        </p:spPr>
        <p:txBody>
          <a:bodyPr wrap="none" rtlCol="0">
            <a:spAutoFit/>
          </a:bodyPr>
          <a:lstStyle/>
          <a:p>
            <a:r>
              <a:rPr lang="en-US" sz="2000" b="1" dirty="0">
                <a:latin typeface="Inter" panose="020B0604020202020204" charset="0"/>
                <a:ea typeface="Inter" panose="020B0604020202020204" charset="0"/>
              </a:rPr>
              <a:t>29Gb in total!</a:t>
            </a:r>
            <a:endParaRPr lang="nl-NL" sz="2000" b="1" dirty="0">
              <a:latin typeface="Inter" panose="020B0604020202020204" charset="0"/>
              <a:ea typeface="Inter" panose="020B0604020202020204" charset="0"/>
            </a:endParaRPr>
          </a:p>
        </p:txBody>
      </p:sp>
    </p:spTree>
    <p:extLst>
      <p:ext uri="{BB962C8B-B14F-4D97-AF65-F5344CB8AC3E}">
        <p14:creationId xmlns:p14="http://schemas.microsoft.com/office/powerpoint/2010/main" val="3818745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F1BF4302-9A44-678C-BBB0-F86EFB6E57C7}"/>
            </a:ext>
          </a:extLst>
        </p:cNvPr>
        <p:cNvGrpSpPr/>
        <p:nvPr/>
      </p:nvGrpSpPr>
      <p:grpSpPr>
        <a:xfrm>
          <a:off x="0" y="0"/>
          <a:ext cx="0" cy="0"/>
          <a:chOff x="0" y="0"/>
          <a:chExt cx="0" cy="0"/>
        </a:xfrm>
      </p:grpSpPr>
      <p:sp>
        <p:nvSpPr>
          <p:cNvPr id="22" name="Text 0">
            <a:extLst>
              <a:ext uri="{FF2B5EF4-FFF2-40B4-BE49-F238E27FC236}">
                <a16:creationId xmlns:a16="http://schemas.microsoft.com/office/drawing/2014/main" id="{2ABFC1F9-20FC-619D-D1BD-696067F58250}"/>
              </a:ext>
            </a:extLst>
          </p:cNvPr>
          <p:cNvSpPr txBox="1">
            <a:spLocks/>
          </p:cNvSpPr>
          <p:nvPr/>
        </p:nvSpPr>
        <p:spPr>
          <a:xfrm>
            <a:off x="1888659" y="329020"/>
            <a:ext cx="8698685" cy="707887"/>
          </a:xfrm>
          <a:prstGeom prst="rect">
            <a:avLst/>
          </a:prstGeom>
          <a:noFill/>
          <a:ln>
            <a:noFill/>
          </a:ln>
        </p:spPr>
        <p:txBody>
          <a:bodyPr spcFirstLastPara="1" wrap="none" lIns="0" tIns="0" rIns="0" bIns="0" rtlCol="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0"/>
              </a:spcBef>
              <a:spcAft>
                <a:spcPts val="0"/>
              </a:spcAft>
              <a:buClr>
                <a:schemeClr val="dk1"/>
              </a:buClr>
              <a:buSzPts val="1500"/>
              <a:buFont typeface="Inter Light"/>
              <a:buNone/>
              <a:defRPr sz="1500" b="0" i="0" u="none" strike="noStrike" cap="none">
                <a:solidFill>
                  <a:schemeClr val="dk1"/>
                </a:solidFill>
                <a:latin typeface="Inter Light"/>
                <a:ea typeface="Inter Light"/>
                <a:cs typeface="Inter Light"/>
                <a:sym typeface="Inter Light"/>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a:lnSpc>
                <a:spcPts val="5450"/>
              </a:lnSpc>
            </a:pPr>
            <a:r>
              <a:rPr lang="en-US" sz="4350" b="1">
                <a:solidFill>
                  <a:srgbClr val="000000"/>
                </a:solidFill>
                <a:latin typeface="Inter Bold" pitchFamily="34" charset="0"/>
                <a:ea typeface="Inter Bold" pitchFamily="34" charset="-122"/>
                <a:cs typeface="Inter Bold" pitchFamily="34" charset="-120"/>
              </a:rPr>
              <a:t>Why IIIF at 4TU.ResearchData</a:t>
            </a:r>
            <a:endParaRPr lang="en-US" sz="4350" b="1" dirty="0">
              <a:solidFill>
                <a:srgbClr val="000000"/>
              </a:solidFill>
              <a:latin typeface="Inter Bold" pitchFamily="34" charset="0"/>
              <a:ea typeface="Inter Bold" pitchFamily="34" charset="-122"/>
              <a:cs typeface="Inter Bold" pitchFamily="34" charset="-120"/>
            </a:endParaRPr>
          </a:p>
        </p:txBody>
      </p:sp>
      <p:sp>
        <p:nvSpPr>
          <p:cNvPr id="23" name="TextBox 22">
            <a:extLst>
              <a:ext uri="{FF2B5EF4-FFF2-40B4-BE49-F238E27FC236}">
                <a16:creationId xmlns:a16="http://schemas.microsoft.com/office/drawing/2014/main" id="{04B5E885-CFAC-22B9-B60E-2DA462023C6E}"/>
              </a:ext>
            </a:extLst>
          </p:cNvPr>
          <p:cNvSpPr txBox="1"/>
          <p:nvPr/>
        </p:nvSpPr>
        <p:spPr>
          <a:xfrm>
            <a:off x="5227813" y="1115751"/>
            <a:ext cx="1736373" cy="307777"/>
          </a:xfrm>
          <a:prstGeom prst="rect">
            <a:avLst/>
          </a:prstGeom>
          <a:noFill/>
        </p:spPr>
        <p:txBody>
          <a:bodyPr wrap="none" rtlCol="0">
            <a:spAutoFit/>
          </a:bodyPr>
          <a:lstStyle/>
          <a:p>
            <a:r>
              <a:rPr lang="en-US" b="1" dirty="0">
                <a:solidFill>
                  <a:schemeClr val="tx1">
                    <a:lumMod val="60000"/>
                    <a:lumOff val="40000"/>
                  </a:schemeClr>
                </a:solidFill>
                <a:latin typeface="Inter Bold" pitchFamily="34" charset="0"/>
                <a:ea typeface="Inter Bold" pitchFamily="34" charset="-122"/>
              </a:rPr>
              <a:t>(Since May 2025)</a:t>
            </a:r>
            <a:endParaRPr lang="en-US" dirty="0">
              <a:solidFill>
                <a:schemeClr val="tx1">
                  <a:lumMod val="60000"/>
                  <a:lumOff val="40000"/>
                </a:schemeClr>
              </a:solidFill>
            </a:endParaRPr>
          </a:p>
        </p:txBody>
      </p:sp>
    </p:spTree>
    <p:extLst>
      <p:ext uri="{BB962C8B-B14F-4D97-AF65-F5344CB8AC3E}">
        <p14:creationId xmlns:p14="http://schemas.microsoft.com/office/powerpoint/2010/main" val="2933787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807F2DBC-321C-7C89-79C3-44E3B0B1E8FC}"/>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8CC5852A-FA95-DE41-4D32-83B1319E1B82}"/>
              </a:ext>
            </a:extLst>
          </p:cNvPr>
          <p:cNvSpPr>
            <a:spLocks noGrp="1"/>
          </p:cNvSpPr>
          <p:nvPr>
            <p:ph type="body" idx="4"/>
          </p:nvPr>
        </p:nvSpPr>
        <p:spPr>
          <a:xfrm>
            <a:off x="1888659" y="329020"/>
            <a:ext cx="8698685" cy="707887"/>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Why IIIF at 4TU.ResearchData</a:t>
            </a:r>
          </a:p>
        </p:txBody>
      </p:sp>
      <p:sp>
        <p:nvSpPr>
          <p:cNvPr id="8" name="TextBox 7">
            <a:extLst>
              <a:ext uri="{FF2B5EF4-FFF2-40B4-BE49-F238E27FC236}">
                <a16:creationId xmlns:a16="http://schemas.microsoft.com/office/drawing/2014/main" id="{1877EECA-87C9-ADF3-DD45-88DA7C4506F9}"/>
              </a:ext>
            </a:extLst>
          </p:cNvPr>
          <p:cNvSpPr txBox="1"/>
          <p:nvPr/>
        </p:nvSpPr>
        <p:spPr>
          <a:xfrm>
            <a:off x="3058579" y="2188302"/>
            <a:ext cx="6093912" cy="1077218"/>
          </a:xfrm>
          <a:prstGeom prst="rect">
            <a:avLst/>
          </a:prstGeom>
          <a:noFill/>
        </p:spPr>
        <p:txBody>
          <a:bodyPr wrap="square">
            <a:spAutoFit/>
          </a:bodyPr>
          <a:lstStyle/>
          <a:p>
            <a:pPr algn="ctr"/>
            <a:r>
              <a:rPr lang="en-US" sz="1600" b="1" dirty="0">
                <a:solidFill>
                  <a:schemeClr val="accent2">
                    <a:lumMod val="75000"/>
                  </a:schemeClr>
                </a:solidFill>
                <a:latin typeface="Inter" pitchFamily="34" charset="0"/>
                <a:ea typeface="Inter" pitchFamily="34" charset="-122"/>
                <a:cs typeface="Inter" pitchFamily="34" charset="-120"/>
              </a:rPr>
              <a:t>Current pain: </a:t>
            </a:r>
          </a:p>
          <a:p>
            <a:pPr algn="ctr"/>
            <a:endParaRPr lang="en-US" sz="1600" b="1" dirty="0">
              <a:solidFill>
                <a:schemeClr val="accent2">
                  <a:lumMod val="75000"/>
                </a:schemeClr>
              </a:solidFill>
              <a:latin typeface="Inter" pitchFamily="34" charset="0"/>
              <a:ea typeface="Inter" pitchFamily="34" charset="-122"/>
              <a:cs typeface="Inter" pitchFamily="34" charset="-120"/>
            </a:endParaRPr>
          </a:p>
          <a:p>
            <a:pPr algn="ctr"/>
            <a:r>
              <a:rPr lang="en-US" sz="1600" dirty="0">
                <a:solidFill>
                  <a:schemeClr val="accent2">
                    <a:lumMod val="75000"/>
                  </a:schemeClr>
                </a:solidFill>
                <a:latin typeface="Inter" pitchFamily="34" charset="0"/>
                <a:ea typeface="Inter" pitchFamily="34" charset="-122"/>
                <a:cs typeface="Inter" pitchFamily="34" charset="-120"/>
              </a:rPr>
              <a:t>Scientific images are often large, heavy and multi-resolution, so they are technically accessible but not operational usable</a:t>
            </a:r>
            <a:endParaRPr lang="nl-NL" sz="1600" dirty="0">
              <a:solidFill>
                <a:schemeClr val="accent2">
                  <a:lumMod val="75000"/>
                </a:schemeClr>
              </a:solidFill>
            </a:endParaRPr>
          </a:p>
        </p:txBody>
      </p:sp>
      <p:grpSp>
        <p:nvGrpSpPr>
          <p:cNvPr id="9" name="Group 8">
            <a:extLst>
              <a:ext uri="{FF2B5EF4-FFF2-40B4-BE49-F238E27FC236}">
                <a16:creationId xmlns:a16="http://schemas.microsoft.com/office/drawing/2014/main" id="{5F4474E7-08B1-B384-65F5-EAD1449FF0C0}"/>
              </a:ext>
            </a:extLst>
          </p:cNvPr>
          <p:cNvGrpSpPr/>
          <p:nvPr/>
        </p:nvGrpSpPr>
        <p:grpSpPr>
          <a:xfrm>
            <a:off x="1787486" y="4094588"/>
            <a:ext cx="8216421" cy="398431"/>
            <a:chOff x="300100" y="3513203"/>
            <a:chExt cx="8216421" cy="398431"/>
          </a:xfrm>
        </p:grpSpPr>
        <p:sp>
          <p:nvSpPr>
            <p:cNvPr id="10" name="Shape 4">
              <a:extLst>
                <a:ext uri="{FF2B5EF4-FFF2-40B4-BE49-F238E27FC236}">
                  <a16:creationId xmlns:a16="http://schemas.microsoft.com/office/drawing/2014/main" id="{A87043B4-AD00-CCA3-EEBA-3658EF0E4BFD}"/>
                </a:ext>
              </a:extLst>
            </p:cNvPr>
            <p:cNvSpPr/>
            <p:nvPr/>
          </p:nvSpPr>
          <p:spPr>
            <a:xfrm>
              <a:off x="300100" y="3513203"/>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1</a:t>
              </a:r>
              <a:endParaRPr lang="nl-NL" sz="1600" dirty="0">
                <a:latin typeface="Inter" panose="020B0604020202020204" charset="0"/>
                <a:ea typeface="Inter" panose="020B0604020202020204" charset="0"/>
              </a:endParaRPr>
            </a:p>
          </p:txBody>
        </p:sp>
        <p:sp>
          <p:nvSpPr>
            <p:cNvPr id="11" name="Text 6">
              <a:extLst>
                <a:ext uri="{FF2B5EF4-FFF2-40B4-BE49-F238E27FC236}">
                  <a16:creationId xmlns:a16="http://schemas.microsoft.com/office/drawing/2014/main" id="{BAB3BA17-66F9-B91D-6378-1BF0AFEB5AFE}"/>
                </a:ext>
              </a:extLst>
            </p:cNvPr>
            <p:cNvSpPr/>
            <p:nvPr/>
          </p:nvSpPr>
          <p:spPr>
            <a:xfrm>
              <a:off x="684566" y="3634368"/>
              <a:ext cx="1417558"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Discover dataset</a:t>
              </a:r>
              <a:endParaRPr lang="en-US" sz="1200" dirty="0"/>
            </a:p>
          </p:txBody>
        </p:sp>
        <p:sp>
          <p:nvSpPr>
            <p:cNvPr id="12" name="Text 9">
              <a:extLst>
                <a:ext uri="{FF2B5EF4-FFF2-40B4-BE49-F238E27FC236}">
                  <a16:creationId xmlns:a16="http://schemas.microsoft.com/office/drawing/2014/main" id="{7E8F34B7-0AAE-D024-EFC3-6BDE1D5D2D28}"/>
                </a:ext>
              </a:extLst>
            </p:cNvPr>
            <p:cNvSpPr/>
            <p:nvPr/>
          </p:nvSpPr>
          <p:spPr>
            <a:xfrm>
              <a:off x="2579101" y="3634368"/>
              <a:ext cx="2026444"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Download files (GB–TB scale)</a:t>
              </a:r>
              <a:endParaRPr lang="en-US" sz="1200" dirty="0"/>
            </a:p>
          </p:txBody>
        </p:sp>
        <p:sp>
          <p:nvSpPr>
            <p:cNvPr id="13" name="Text 12">
              <a:extLst>
                <a:ext uri="{FF2B5EF4-FFF2-40B4-BE49-F238E27FC236}">
                  <a16:creationId xmlns:a16="http://schemas.microsoft.com/office/drawing/2014/main" id="{89716C33-7030-FB4C-B461-37FF0AEF7B1F}"/>
                </a:ext>
              </a:extLst>
            </p:cNvPr>
            <p:cNvSpPr/>
            <p:nvPr/>
          </p:nvSpPr>
          <p:spPr>
            <a:xfrm>
              <a:off x="5243240" y="3634368"/>
              <a:ext cx="984022"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Store locally</a:t>
              </a:r>
              <a:endParaRPr lang="en-US" sz="1200" dirty="0"/>
            </a:p>
          </p:txBody>
        </p:sp>
        <p:sp>
          <p:nvSpPr>
            <p:cNvPr id="14" name="Text 15">
              <a:extLst>
                <a:ext uri="{FF2B5EF4-FFF2-40B4-BE49-F238E27FC236}">
                  <a16:creationId xmlns:a16="http://schemas.microsoft.com/office/drawing/2014/main" id="{FF40B318-F0FA-664E-231C-6D2FADBCD4BF}"/>
                </a:ext>
              </a:extLst>
            </p:cNvPr>
            <p:cNvSpPr/>
            <p:nvPr/>
          </p:nvSpPr>
          <p:spPr>
            <a:xfrm>
              <a:off x="6894890" y="3634367"/>
              <a:ext cx="1621631"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Load into analysis tools</a:t>
              </a:r>
              <a:endParaRPr lang="en-US" sz="1200" dirty="0"/>
            </a:p>
          </p:txBody>
        </p:sp>
        <p:sp>
          <p:nvSpPr>
            <p:cNvPr id="15" name="Shape 4">
              <a:extLst>
                <a:ext uri="{FF2B5EF4-FFF2-40B4-BE49-F238E27FC236}">
                  <a16:creationId xmlns:a16="http://schemas.microsoft.com/office/drawing/2014/main" id="{E3A4DCAD-BC32-440A-479F-47423FC9BADF}"/>
                </a:ext>
              </a:extLst>
            </p:cNvPr>
            <p:cNvSpPr/>
            <p:nvPr/>
          </p:nvSpPr>
          <p:spPr>
            <a:xfrm>
              <a:off x="2102124" y="3543136"/>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2</a:t>
              </a:r>
              <a:endParaRPr lang="nl-NL" sz="1600" dirty="0">
                <a:latin typeface="Inter" panose="020B0604020202020204" charset="0"/>
                <a:ea typeface="Inter" panose="020B0604020202020204" charset="0"/>
              </a:endParaRPr>
            </a:p>
          </p:txBody>
        </p:sp>
        <p:sp>
          <p:nvSpPr>
            <p:cNvPr id="17" name="Shape 4">
              <a:extLst>
                <a:ext uri="{FF2B5EF4-FFF2-40B4-BE49-F238E27FC236}">
                  <a16:creationId xmlns:a16="http://schemas.microsoft.com/office/drawing/2014/main" id="{7D5BE6F6-8235-909F-FAF3-2E1B9FC997BD}"/>
                </a:ext>
              </a:extLst>
            </p:cNvPr>
            <p:cNvSpPr/>
            <p:nvPr/>
          </p:nvSpPr>
          <p:spPr>
            <a:xfrm>
              <a:off x="4818633" y="3526378"/>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3</a:t>
              </a:r>
              <a:endParaRPr lang="nl-NL" sz="1600" dirty="0">
                <a:latin typeface="Inter" panose="020B0604020202020204" charset="0"/>
                <a:ea typeface="Inter" panose="020B0604020202020204" charset="0"/>
              </a:endParaRPr>
            </a:p>
          </p:txBody>
        </p:sp>
        <p:sp>
          <p:nvSpPr>
            <p:cNvPr id="18" name="Shape 4">
              <a:extLst>
                <a:ext uri="{FF2B5EF4-FFF2-40B4-BE49-F238E27FC236}">
                  <a16:creationId xmlns:a16="http://schemas.microsoft.com/office/drawing/2014/main" id="{3AD73BCC-EE6A-8D0C-EB22-8803C9121F8B}"/>
                </a:ext>
              </a:extLst>
            </p:cNvPr>
            <p:cNvSpPr/>
            <p:nvPr/>
          </p:nvSpPr>
          <p:spPr>
            <a:xfrm>
              <a:off x="6464744" y="3525927"/>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4</a:t>
              </a:r>
              <a:endParaRPr lang="nl-NL" sz="1600" dirty="0">
                <a:latin typeface="Inter" panose="020B0604020202020204" charset="0"/>
                <a:ea typeface="Inter" panose="020B0604020202020204" charset="0"/>
              </a:endParaRPr>
            </a:p>
          </p:txBody>
        </p:sp>
      </p:grpSp>
      <p:sp>
        <p:nvSpPr>
          <p:cNvPr id="19" name="TextBox 18">
            <a:extLst>
              <a:ext uri="{FF2B5EF4-FFF2-40B4-BE49-F238E27FC236}">
                <a16:creationId xmlns:a16="http://schemas.microsoft.com/office/drawing/2014/main" id="{60BDE0D3-BE3E-5BBC-CE9C-9C00E97377DC}"/>
              </a:ext>
            </a:extLst>
          </p:cNvPr>
          <p:cNvSpPr txBox="1"/>
          <p:nvPr/>
        </p:nvSpPr>
        <p:spPr>
          <a:xfrm>
            <a:off x="5227813" y="1115751"/>
            <a:ext cx="1736373" cy="307777"/>
          </a:xfrm>
          <a:prstGeom prst="rect">
            <a:avLst/>
          </a:prstGeom>
          <a:noFill/>
        </p:spPr>
        <p:txBody>
          <a:bodyPr wrap="none" rtlCol="0">
            <a:spAutoFit/>
          </a:bodyPr>
          <a:lstStyle/>
          <a:p>
            <a:r>
              <a:rPr lang="en-US" b="1" dirty="0">
                <a:solidFill>
                  <a:schemeClr val="tx1">
                    <a:lumMod val="60000"/>
                    <a:lumOff val="40000"/>
                  </a:schemeClr>
                </a:solidFill>
                <a:latin typeface="Inter Bold" pitchFamily="34" charset="0"/>
                <a:ea typeface="Inter Bold" pitchFamily="34" charset="-122"/>
              </a:rPr>
              <a:t>(Since May 2025)</a:t>
            </a:r>
            <a:endParaRPr lang="en-US" dirty="0">
              <a:solidFill>
                <a:schemeClr val="tx1">
                  <a:lumMod val="60000"/>
                  <a:lumOff val="40000"/>
                </a:schemeClr>
              </a:solidFill>
            </a:endParaRPr>
          </a:p>
        </p:txBody>
      </p:sp>
    </p:spTree>
    <p:extLst>
      <p:ext uri="{BB962C8B-B14F-4D97-AF65-F5344CB8AC3E}">
        <p14:creationId xmlns:p14="http://schemas.microsoft.com/office/powerpoint/2010/main" val="4236794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6D9AA366-607C-9826-EC31-255B9C8EC4AD}"/>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DFB3B7B0-4C8C-2851-99E5-E48A13A71FE5}"/>
              </a:ext>
            </a:extLst>
          </p:cNvPr>
          <p:cNvSpPr>
            <a:spLocks noGrp="1"/>
          </p:cNvSpPr>
          <p:nvPr>
            <p:ph type="body" idx="4"/>
          </p:nvPr>
        </p:nvSpPr>
        <p:spPr>
          <a:xfrm>
            <a:off x="1888659" y="329020"/>
            <a:ext cx="8698685" cy="707887"/>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Why IIIF at 4TU.ResearchData</a:t>
            </a:r>
          </a:p>
        </p:txBody>
      </p:sp>
      <p:sp>
        <p:nvSpPr>
          <p:cNvPr id="19" name="TextBox 18">
            <a:extLst>
              <a:ext uri="{FF2B5EF4-FFF2-40B4-BE49-F238E27FC236}">
                <a16:creationId xmlns:a16="http://schemas.microsoft.com/office/drawing/2014/main" id="{B7ABAA5C-FB29-9E58-893C-69299F68FBD3}"/>
              </a:ext>
            </a:extLst>
          </p:cNvPr>
          <p:cNvSpPr txBox="1"/>
          <p:nvPr/>
        </p:nvSpPr>
        <p:spPr>
          <a:xfrm>
            <a:off x="5227813" y="1115751"/>
            <a:ext cx="1736373" cy="307777"/>
          </a:xfrm>
          <a:prstGeom prst="rect">
            <a:avLst/>
          </a:prstGeom>
          <a:noFill/>
        </p:spPr>
        <p:txBody>
          <a:bodyPr wrap="none" rtlCol="0">
            <a:spAutoFit/>
          </a:bodyPr>
          <a:lstStyle/>
          <a:p>
            <a:r>
              <a:rPr lang="en-US" b="1" dirty="0">
                <a:solidFill>
                  <a:schemeClr val="tx1">
                    <a:lumMod val="60000"/>
                    <a:lumOff val="40000"/>
                  </a:schemeClr>
                </a:solidFill>
                <a:latin typeface="Inter Bold" pitchFamily="34" charset="0"/>
                <a:ea typeface="Inter Bold" pitchFamily="34" charset="-122"/>
              </a:rPr>
              <a:t>(Since May 2025)</a:t>
            </a:r>
            <a:endParaRPr lang="en-US" dirty="0">
              <a:solidFill>
                <a:schemeClr val="tx1">
                  <a:lumMod val="60000"/>
                  <a:lumOff val="40000"/>
                </a:schemeClr>
              </a:solidFill>
            </a:endParaRPr>
          </a:p>
        </p:txBody>
      </p:sp>
      <p:sp>
        <p:nvSpPr>
          <p:cNvPr id="2" name="TextBox 1">
            <a:extLst>
              <a:ext uri="{FF2B5EF4-FFF2-40B4-BE49-F238E27FC236}">
                <a16:creationId xmlns:a16="http://schemas.microsoft.com/office/drawing/2014/main" id="{3394525D-FCA1-AB05-88F0-9222895E3440}"/>
              </a:ext>
            </a:extLst>
          </p:cNvPr>
          <p:cNvSpPr txBox="1"/>
          <p:nvPr/>
        </p:nvSpPr>
        <p:spPr>
          <a:xfrm>
            <a:off x="2156377" y="4994512"/>
            <a:ext cx="7898316" cy="584775"/>
          </a:xfrm>
          <a:prstGeom prst="rect">
            <a:avLst/>
          </a:prstGeom>
          <a:noFill/>
        </p:spPr>
        <p:txBody>
          <a:bodyPr wrap="none" rtlCol="0">
            <a:spAutoFit/>
          </a:bodyPr>
          <a:lstStyle/>
          <a:p>
            <a:pPr algn="ctr"/>
            <a:r>
              <a:rPr lang="en-US" sz="1600" b="1" dirty="0">
                <a:latin typeface="Inter" panose="020B0604020202020204" charset="0"/>
                <a:ea typeface="Inter" panose="020B0604020202020204" charset="0"/>
              </a:rPr>
              <a:t>By serving the images with IIIF we are turning then into queryable resources, </a:t>
            </a:r>
          </a:p>
          <a:p>
            <a:pPr algn="ctr"/>
            <a:r>
              <a:rPr lang="en-US" sz="1600" b="1" dirty="0">
                <a:latin typeface="Inter" panose="020B0604020202020204" charset="0"/>
                <a:ea typeface="Inter" panose="020B0604020202020204" charset="0"/>
              </a:rPr>
              <a:t>enabling analysis without the download requirement.</a:t>
            </a:r>
            <a:r>
              <a:rPr lang="en-US" sz="1600" b="1" dirty="0"/>
              <a:t> </a:t>
            </a:r>
            <a:endParaRPr lang="nl-NL" sz="1600" b="1" dirty="0"/>
          </a:p>
        </p:txBody>
      </p:sp>
      <p:sp>
        <p:nvSpPr>
          <p:cNvPr id="3" name="TextBox 2">
            <a:extLst>
              <a:ext uri="{FF2B5EF4-FFF2-40B4-BE49-F238E27FC236}">
                <a16:creationId xmlns:a16="http://schemas.microsoft.com/office/drawing/2014/main" id="{F47DB8AB-355F-2298-300E-C1973E1B7460}"/>
              </a:ext>
            </a:extLst>
          </p:cNvPr>
          <p:cNvSpPr txBox="1"/>
          <p:nvPr/>
        </p:nvSpPr>
        <p:spPr>
          <a:xfrm>
            <a:off x="3058579" y="2188302"/>
            <a:ext cx="6093912" cy="1077218"/>
          </a:xfrm>
          <a:prstGeom prst="rect">
            <a:avLst/>
          </a:prstGeom>
          <a:noFill/>
        </p:spPr>
        <p:txBody>
          <a:bodyPr wrap="square">
            <a:spAutoFit/>
          </a:bodyPr>
          <a:lstStyle/>
          <a:p>
            <a:pPr algn="ctr"/>
            <a:r>
              <a:rPr lang="en-US" sz="1600" b="1" dirty="0">
                <a:solidFill>
                  <a:schemeClr val="accent2">
                    <a:lumMod val="75000"/>
                  </a:schemeClr>
                </a:solidFill>
                <a:latin typeface="Inter" pitchFamily="34" charset="0"/>
                <a:ea typeface="Inter" pitchFamily="34" charset="-122"/>
                <a:cs typeface="Inter" pitchFamily="34" charset="-120"/>
              </a:rPr>
              <a:t>Current pain: </a:t>
            </a:r>
          </a:p>
          <a:p>
            <a:pPr algn="ctr"/>
            <a:endParaRPr lang="en-US" sz="1600" b="1" dirty="0">
              <a:solidFill>
                <a:schemeClr val="accent2">
                  <a:lumMod val="75000"/>
                </a:schemeClr>
              </a:solidFill>
              <a:latin typeface="Inter" pitchFamily="34" charset="0"/>
              <a:ea typeface="Inter" pitchFamily="34" charset="-122"/>
              <a:cs typeface="Inter" pitchFamily="34" charset="-120"/>
            </a:endParaRPr>
          </a:p>
          <a:p>
            <a:pPr algn="ctr"/>
            <a:r>
              <a:rPr lang="en-US" sz="1600" dirty="0">
                <a:solidFill>
                  <a:schemeClr val="accent2">
                    <a:lumMod val="75000"/>
                  </a:schemeClr>
                </a:solidFill>
                <a:latin typeface="Inter" pitchFamily="34" charset="0"/>
                <a:ea typeface="Inter" pitchFamily="34" charset="-122"/>
                <a:cs typeface="Inter" pitchFamily="34" charset="-120"/>
              </a:rPr>
              <a:t>Scientific images are often large, heavy and multi-resolution, so they are technically accessible but not operational usable</a:t>
            </a:r>
            <a:endParaRPr lang="nl-NL" sz="1600" dirty="0">
              <a:solidFill>
                <a:schemeClr val="accent2">
                  <a:lumMod val="75000"/>
                </a:schemeClr>
              </a:solidFill>
            </a:endParaRPr>
          </a:p>
        </p:txBody>
      </p:sp>
      <p:grpSp>
        <p:nvGrpSpPr>
          <p:cNvPr id="4" name="Group 3">
            <a:extLst>
              <a:ext uri="{FF2B5EF4-FFF2-40B4-BE49-F238E27FC236}">
                <a16:creationId xmlns:a16="http://schemas.microsoft.com/office/drawing/2014/main" id="{C9C36859-3D6A-059C-F2C8-4FE99A9489BE}"/>
              </a:ext>
            </a:extLst>
          </p:cNvPr>
          <p:cNvGrpSpPr/>
          <p:nvPr/>
        </p:nvGrpSpPr>
        <p:grpSpPr>
          <a:xfrm>
            <a:off x="1787486" y="4094588"/>
            <a:ext cx="8216421" cy="398431"/>
            <a:chOff x="300100" y="3513203"/>
            <a:chExt cx="8216421" cy="398431"/>
          </a:xfrm>
        </p:grpSpPr>
        <p:sp>
          <p:nvSpPr>
            <p:cNvPr id="5" name="Shape 4">
              <a:extLst>
                <a:ext uri="{FF2B5EF4-FFF2-40B4-BE49-F238E27FC236}">
                  <a16:creationId xmlns:a16="http://schemas.microsoft.com/office/drawing/2014/main" id="{8B399838-255A-C00D-98FB-15683C3504BB}"/>
                </a:ext>
              </a:extLst>
            </p:cNvPr>
            <p:cNvSpPr/>
            <p:nvPr/>
          </p:nvSpPr>
          <p:spPr>
            <a:xfrm>
              <a:off x="300100" y="3513203"/>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1</a:t>
              </a:r>
              <a:endParaRPr lang="nl-NL" sz="1600" dirty="0">
                <a:latin typeface="Inter" panose="020B0604020202020204" charset="0"/>
                <a:ea typeface="Inter" panose="020B0604020202020204" charset="0"/>
              </a:endParaRPr>
            </a:p>
          </p:txBody>
        </p:sp>
        <p:sp>
          <p:nvSpPr>
            <p:cNvPr id="6" name="Text 6">
              <a:extLst>
                <a:ext uri="{FF2B5EF4-FFF2-40B4-BE49-F238E27FC236}">
                  <a16:creationId xmlns:a16="http://schemas.microsoft.com/office/drawing/2014/main" id="{1913A718-A655-91D1-70CE-9A578DE0D642}"/>
                </a:ext>
              </a:extLst>
            </p:cNvPr>
            <p:cNvSpPr/>
            <p:nvPr/>
          </p:nvSpPr>
          <p:spPr>
            <a:xfrm>
              <a:off x="684566" y="3634368"/>
              <a:ext cx="1417558"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Discover dataset</a:t>
              </a:r>
              <a:endParaRPr lang="en-US" sz="1200" dirty="0"/>
            </a:p>
          </p:txBody>
        </p:sp>
        <p:sp>
          <p:nvSpPr>
            <p:cNvPr id="7" name="Text 9">
              <a:extLst>
                <a:ext uri="{FF2B5EF4-FFF2-40B4-BE49-F238E27FC236}">
                  <a16:creationId xmlns:a16="http://schemas.microsoft.com/office/drawing/2014/main" id="{C9C2C8F4-2351-F96A-A4E4-C925641D54C8}"/>
                </a:ext>
              </a:extLst>
            </p:cNvPr>
            <p:cNvSpPr/>
            <p:nvPr/>
          </p:nvSpPr>
          <p:spPr>
            <a:xfrm>
              <a:off x="2579101" y="3634368"/>
              <a:ext cx="2026444"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Download files (GB–TB scale)</a:t>
              </a:r>
              <a:endParaRPr lang="en-US" sz="1200" dirty="0"/>
            </a:p>
          </p:txBody>
        </p:sp>
        <p:sp>
          <p:nvSpPr>
            <p:cNvPr id="20" name="Text 12">
              <a:extLst>
                <a:ext uri="{FF2B5EF4-FFF2-40B4-BE49-F238E27FC236}">
                  <a16:creationId xmlns:a16="http://schemas.microsoft.com/office/drawing/2014/main" id="{CE74AF4B-0942-D284-D2BA-1E77AA33AE91}"/>
                </a:ext>
              </a:extLst>
            </p:cNvPr>
            <p:cNvSpPr/>
            <p:nvPr/>
          </p:nvSpPr>
          <p:spPr>
            <a:xfrm>
              <a:off x="5243240" y="3634368"/>
              <a:ext cx="984022"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Store locally</a:t>
              </a:r>
              <a:endParaRPr lang="en-US" sz="1200" dirty="0"/>
            </a:p>
          </p:txBody>
        </p:sp>
        <p:sp>
          <p:nvSpPr>
            <p:cNvPr id="21" name="Text 15">
              <a:extLst>
                <a:ext uri="{FF2B5EF4-FFF2-40B4-BE49-F238E27FC236}">
                  <a16:creationId xmlns:a16="http://schemas.microsoft.com/office/drawing/2014/main" id="{2A966C6E-8077-2314-8AFE-8A1A95824D72}"/>
                </a:ext>
              </a:extLst>
            </p:cNvPr>
            <p:cNvSpPr/>
            <p:nvPr/>
          </p:nvSpPr>
          <p:spPr>
            <a:xfrm>
              <a:off x="6894890" y="3634367"/>
              <a:ext cx="1621631" cy="177165"/>
            </a:xfrm>
            <a:prstGeom prst="rect">
              <a:avLst/>
            </a:prstGeom>
            <a:noFill/>
            <a:ln/>
          </p:spPr>
          <p:txBody>
            <a:bodyPr wrap="none" lIns="0" tIns="0" rIns="0" bIns="0" rtlCol="0" anchor="t"/>
            <a:lstStyle/>
            <a:p>
              <a:pPr marL="0" indent="0" algn="l">
                <a:lnSpc>
                  <a:spcPts val="1350"/>
                </a:lnSpc>
                <a:buNone/>
              </a:pPr>
              <a:r>
                <a:rPr lang="en-US" sz="1200" b="1" dirty="0">
                  <a:solidFill>
                    <a:srgbClr val="272525"/>
                  </a:solidFill>
                  <a:latin typeface="Inter Bold" pitchFamily="34" charset="0"/>
                  <a:ea typeface="Inter Bold" pitchFamily="34" charset="-122"/>
                  <a:cs typeface="Inter Bold" pitchFamily="34" charset="-120"/>
                </a:rPr>
                <a:t>Load into analysis tools</a:t>
              </a:r>
              <a:endParaRPr lang="en-US" sz="1200" dirty="0"/>
            </a:p>
          </p:txBody>
        </p:sp>
        <p:sp>
          <p:nvSpPr>
            <p:cNvPr id="22" name="Shape 4">
              <a:extLst>
                <a:ext uri="{FF2B5EF4-FFF2-40B4-BE49-F238E27FC236}">
                  <a16:creationId xmlns:a16="http://schemas.microsoft.com/office/drawing/2014/main" id="{F09CC695-F562-4039-08A9-4BAA737DA325}"/>
                </a:ext>
              </a:extLst>
            </p:cNvPr>
            <p:cNvSpPr/>
            <p:nvPr/>
          </p:nvSpPr>
          <p:spPr>
            <a:xfrm>
              <a:off x="2102124" y="3543136"/>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2</a:t>
              </a:r>
              <a:endParaRPr lang="nl-NL" sz="1600" dirty="0">
                <a:latin typeface="Inter" panose="020B0604020202020204" charset="0"/>
                <a:ea typeface="Inter" panose="020B0604020202020204" charset="0"/>
              </a:endParaRPr>
            </a:p>
          </p:txBody>
        </p:sp>
        <p:sp>
          <p:nvSpPr>
            <p:cNvPr id="23" name="Shape 4">
              <a:extLst>
                <a:ext uri="{FF2B5EF4-FFF2-40B4-BE49-F238E27FC236}">
                  <a16:creationId xmlns:a16="http://schemas.microsoft.com/office/drawing/2014/main" id="{4255B306-720C-9BF6-F17A-FADF02E1D294}"/>
                </a:ext>
              </a:extLst>
            </p:cNvPr>
            <p:cNvSpPr/>
            <p:nvPr/>
          </p:nvSpPr>
          <p:spPr>
            <a:xfrm>
              <a:off x="4818633" y="3526378"/>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3</a:t>
              </a:r>
              <a:endParaRPr lang="nl-NL" sz="1600" dirty="0">
                <a:latin typeface="Inter" panose="020B0604020202020204" charset="0"/>
                <a:ea typeface="Inter" panose="020B0604020202020204" charset="0"/>
              </a:endParaRPr>
            </a:p>
          </p:txBody>
        </p:sp>
        <p:sp>
          <p:nvSpPr>
            <p:cNvPr id="24" name="Shape 4">
              <a:extLst>
                <a:ext uri="{FF2B5EF4-FFF2-40B4-BE49-F238E27FC236}">
                  <a16:creationId xmlns:a16="http://schemas.microsoft.com/office/drawing/2014/main" id="{1DE003DC-26F5-48B3-2A85-C14CA1538596}"/>
                </a:ext>
              </a:extLst>
            </p:cNvPr>
            <p:cNvSpPr/>
            <p:nvPr/>
          </p:nvSpPr>
          <p:spPr>
            <a:xfrm>
              <a:off x="6464744" y="3525927"/>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sz="1600" dirty="0">
                  <a:latin typeface="Inter" panose="020B0604020202020204" charset="0"/>
                  <a:ea typeface="Inter" panose="020B0604020202020204" charset="0"/>
                </a:rPr>
                <a:t>4</a:t>
              </a:r>
              <a:endParaRPr lang="nl-NL" sz="1600" dirty="0">
                <a:latin typeface="Inter" panose="020B0604020202020204" charset="0"/>
                <a:ea typeface="Inter" panose="020B0604020202020204" charset="0"/>
              </a:endParaRPr>
            </a:p>
          </p:txBody>
        </p:sp>
      </p:grpSp>
    </p:spTree>
    <p:extLst>
      <p:ext uri="{BB962C8B-B14F-4D97-AF65-F5344CB8AC3E}">
        <p14:creationId xmlns:p14="http://schemas.microsoft.com/office/powerpoint/2010/main" val="3266826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9664B0C2-0D8A-0496-1535-BB5E4B0A53A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DE31CEE-7220-CE82-6F78-997C515A41FF}"/>
              </a:ext>
            </a:extLst>
          </p:cNvPr>
          <p:cNvPicPr>
            <a:picLocks noChangeAspect="1"/>
          </p:cNvPicPr>
          <p:nvPr/>
        </p:nvPicPr>
        <p:blipFill>
          <a:blip r:embed="rId3"/>
          <a:srcRect t="1781"/>
          <a:stretch>
            <a:fillRect/>
          </a:stretch>
        </p:blipFill>
        <p:spPr>
          <a:xfrm>
            <a:off x="0" y="168226"/>
            <a:ext cx="9218128" cy="4727426"/>
          </a:xfrm>
          <a:prstGeom prst="rect">
            <a:avLst/>
          </a:prstGeom>
        </p:spPr>
      </p:pic>
      <p:pic>
        <p:nvPicPr>
          <p:cNvPr id="6" name="Picture 5">
            <a:extLst>
              <a:ext uri="{FF2B5EF4-FFF2-40B4-BE49-F238E27FC236}">
                <a16:creationId xmlns:a16="http://schemas.microsoft.com/office/drawing/2014/main" id="{F9DD4E96-5DC0-AF3F-43FF-5F99913167A0}"/>
              </a:ext>
            </a:extLst>
          </p:cNvPr>
          <p:cNvPicPr>
            <a:picLocks noChangeAspect="1"/>
          </p:cNvPicPr>
          <p:nvPr/>
        </p:nvPicPr>
        <p:blipFill>
          <a:blip r:embed="rId4"/>
          <a:stretch>
            <a:fillRect/>
          </a:stretch>
        </p:blipFill>
        <p:spPr>
          <a:xfrm>
            <a:off x="-1" y="4839722"/>
            <a:ext cx="9218127" cy="1029774"/>
          </a:xfrm>
          <a:prstGeom prst="rect">
            <a:avLst/>
          </a:prstGeom>
        </p:spPr>
      </p:pic>
      <p:sp>
        <p:nvSpPr>
          <p:cNvPr id="2" name="Arrow: Right 1">
            <a:extLst>
              <a:ext uri="{FF2B5EF4-FFF2-40B4-BE49-F238E27FC236}">
                <a16:creationId xmlns:a16="http://schemas.microsoft.com/office/drawing/2014/main" id="{8CEAFE35-DFFA-C578-A98E-F14319DDC264}"/>
              </a:ext>
            </a:extLst>
          </p:cNvPr>
          <p:cNvSpPr/>
          <p:nvPr/>
        </p:nvSpPr>
        <p:spPr>
          <a:xfrm>
            <a:off x="4809505" y="5206167"/>
            <a:ext cx="819398" cy="296883"/>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147509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B95C488B-39B4-0C3D-1C79-F655F29680D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C23C16-34CD-AE03-1490-CF0FED643550}"/>
              </a:ext>
            </a:extLst>
          </p:cNvPr>
          <p:cNvPicPr>
            <a:picLocks noChangeAspect="1"/>
          </p:cNvPicPr>
          <p:nvPr/>
        </p:nvPicPr>
        <p:blipFill>
          <a:blip r:embed="rId3"/>
          <a:stretch>
            <a:fillRect/>
          </a:stretch>
        </p:blipFill>
        <p:spPr>
          <a:xfrm>
            <a:off x="689414" y="175818"/>
            <a:ext cx="9364382" cy="2991267"/>
          </a:xfrm>
          <a:prstGeom prst="rect">
            <a:avLst/>
          </a:prstGeom>
        </p:spPr>
      </p:pic>
      <p:sp>
        <p:nvSpPr>
          <p:cNvPr id="2" name="Arrow: Right 1">
            <a:extLst>
              <a:ext uri="{FF2B5EF4-FFF2-40B4-BE49-F238E27FC236}">
                <a16:creationId xmlns:a16="http://schemas.microsoft.com/office/drawing/2014/main" id="{F894F014-02F0-7E0B-EF13-B3877EE53CB2}"/>
              </a:ext>
            </a:extLst>
          </p:cNvPr>
          <p:cNvSpPr/>
          <p:nvPr/>
        </p:nvSpPr>
        <p:spPr>
          <a:xfrm rot="5400000">
            <a:off x="2612570" y="1030184"/>
            <a:ext cx="819398" cy="296883"/>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798736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5510158F-0371-5233-0C42-7DB3620C1D1A}"/>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5CAA25E1-C80D-77FA-5AA1-A9E2C2AECC97}"/>
              </a:ext>
            </a:extLst>
          </p:cNvPr>
          <p:cNvSpPr>
            <a:spLocks noGrp="1"/>
          </p:cNvSpPr>
          <p:nvPr>
            <p:ph type="body" idx="4"/>
          </p:nvPr>
        </p:nvSpPr>
        <p:spPr>
          <a:xfrm>
            <a:off x="1183124" y="314213"/>
            <a:ext cx="8698685" cy="707887"/>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Why IIIF at 4TU.ResearchData</a:t>
            </a:r>
          </a:p>
          <a:p>
            <a:pPr marL="0" indent="0" algn="ctr">
              <a:lnSpc>
                <a:spcPts val="5450"/>
              </a:lnSpc>
              <a:buNone/>
            </a:pPr>
            <a:r>
              <a:rPr lang="en-US" sz="2800" b="1" dirty="0">
                <a:solidFill>
                  <a:schemeClr val="tx1">
                    <a:lumMod val="60000"/>
                    <a:lumOff val="40000"/>
                  </a:schemeClr>
                </a:solidFill>
                <a:latin typeface="Inter Bold" pitchFamily="34" charset="0"/>
                <a:ea typeface="Inter Bold" pitchFamily="34" charset="-122"/>
              </a:rPr>
              <a:t>Since 2025</a:t>
            </a:r>
            <a:endParaRPr lang="en-US" sz="2800" dirty="0">
              <a:solidFill>
                <a:schemeClr val="tx1">
                  <a:lumMod val="60000"/>
                  <a:lumOff val="40000"/>
                </a:schemeClr>
              </a:solidFill>
            </a:endParaRPr>
          </a:p>
        </p:txBody>
      </p:sp>
      <p:sp>
        <p:nvSpPr>
          <p:cNvPr id="2" name="TextBox 1">
            <a:extLst>
              <a:ext uri="{FF2B5EF4-FFF2-40B4-BE49-F238E27FC236}">
                <a16:creationId xmlns:a16="http://schemas.microsoft.com/office/drawing/2014/main" id="{FE8B15CE-0DC2-E92B-56A2-21CC0DBFE87F}"/>
              </a:ext>
            </a:extLst>
          </p:cNvPr>
          <p:cNvSpPr txBox="1"/>
          <p:nvPr/>
        </p:nvSpPr>
        <p:spPr>
          <a:xfrm>
            <a:off x="1821339" y="2726267"/>
            <a:ext cx="8271816" cy="307777"/>
          </a:xfrm>
          <a:prstGeom prst="rect">
            <a:avLst/>
          </a:prstGeom>
          <a:noFill/>
        </p:spPr>
        <p:txBody>
          <a:bodyPr wrap="none" rtlCol="0">
            <a:spAutoFit/>
          </a:bodyPr>
          <a:lstStyle/>
          <a:p>
            <a:r>
              <a:rPr lang="en-US" dirty="0"/>
              <a:t>Landing page of the repository with a description of the different types of data, show the website lively </a:t>
            </a:r>
            <a:endParaRPr lang="nl-NL" dirty="0"/>
          </a:p>
        </p:txBody>
      </p:sp>
      <p:sp>
        <p:nvSpPr>
          <p:cNvPr id="3" name="TextBox 2">
            <a:extLst>
              <a:ext uri="{FF2B5EF4-FFF2-40B4-BE49-F238E27FC236}">
                <a16:creationId xmlns:a16="http://schemas.microsoft.com/office/drawing/2014/main" id="{F2A9C348-523D-B82F-AE03-8322ACF69F20}"/>
              </a:ext>
            </a:extLst>
          </p:cNvPr>
          <p:cNvSpPr txBox="1"/>
          <p:nvPr/>
        </p:nvSpPr>
        <p:spPr>
          <a:xfrm>
            <a:off x="552869" y="3454625"/>
            <a:ext cx="8182048" cy="2031325"/>
          </a:xfrm>
          <a:prstGeom prst="rect">
            <a:avLst/>
          </a:prstGeom>
          <a:noFill/>
        </p:spPr>
        <p:txBody>
          <a:bodyPr wrap="none" rtlCol="0">
            <a:spAutoFit/>
          </a:bodyPr>
          <a:lstStyle/>
          <a:p>
            <a:r>
              <a:rPr lang="en-US" dirty="0"/>
              <a:t>Introduce the first caveat:</a:t>
            </a:r>
          </a:p>
          <a:p>
            <a:r>
              <a:rPr lang="en-US" dirty="0"/>
              <a:t>	- heavy images , no operational, so </a:t>
            </a:r>
            <a:r>
              <a:rPr lang="en-US" dirty="0" err="1"/>
              <a:t>iiif</a:t>
            </a:r>
            <a:r>
              <a:rPr lang="en-US" dirty="0"/>
              <a:t> can support the on the fly analysis</a:t>
            </a:r>
          </a:p>
          <a:p>
            <a:pPr marL="285750" indent="-285750">
              <a:buFontTx/>
              <a:buChar char="-"/>
            </a:pPr>
            <a:r>
              <a:rPr lang="en-US" dirty="0"/>
              <a:t>Then the enrichment of metadata, so manifests can be integrated with nice tools like Allmaps.org </a:t>
            </a:r>
          </a:p>
          <a:p>
            <a:r>
              <a:rPr lang="en-US" dirty="0"/>
              <a:t>to help overlay images with their true geolocation</a:t>
            </a:r>
          </a:p>
          <a:p>
            <a:endParaRPr lang="en-US" dirty="0"/>
          </a:p>
          <a:p>
            <a:r>
              <a:rPr lang="en-US" dirty="0"/>
              <a:t>Other things IIIF can be used in 4TU:</a:t>
            </a:r>
          </a:p>
          <a:p>
            <a:pPr marL="285750" indent="-285750">
              <a:buFontTx/>
              <a:buChar char="-"/>
            </a:pPr>
            <a:r>
              <a:rPr lang="en-US" dirty="0"/>
              <a:t>Improving the preview of images in the landing page</a:t>
            </a:r>
          </a:p>
          <a:p>
            <a:pPr marL="285750" indent="-285750">
              <a:buFontTx/>
              <a:buChar char="-"/>
            </a:pPr>
            <a:r>
              <a:rPr lang="en-US" dirty="0"/>
              <a:t>Enabling researchers to bring their research data to the general public </a:t>
            </a:r>
          </a:p>
          <a:p>
            <a:endParaRPr lang="nl-NL" dirty="0"/>
          </a:p>
        </p:txBody>
      </p:sp>
    </p:spTree>
    <p:extLst>
      <p:ext uri="{BB962C8B-B14F-4D97-AF65-F5344CB8AC3E}">
        <p14:creationId xmlns:p14="http://schemas.microsoft.com/office/powerpoint/2010/main" val="1298557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E1A60145-AD63-B114-D759-B002E75D5624}"/>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E6C9557D-9AC6-4A98-5F39-50966225A74E}"/>
              </a:ext>
            </a:extLst>
          </p:cNvPr>
          <p:cNvSpPr>
            <a:spLocks noGrp="1"/>
          </p:cNvSpPr>
          <p:nvPr>
            <p:ph type="body" idx="4"/>
          </p:nvPr>
        </p:nvSpPr>
        <p:spPr>
          <a:xfrm>
            <a:off x="285658" y="517413"/>
            <a:ext cx="8698685" cy="707887"/>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Why IIIF at 4TU.ResearchData</a:t>
            </a:r>
            <a:endParaRPr lang="en-US" sz="4350" dirty="0"/>
          </a:p>
        </p:txBody>
      </p:sp>
      <p:sp>
        <p:nvSpPr>
          <p:cNvPr id="17" name="Text 1">
            <a:extLst>
              <a:ext uri="{FF2B5EF4-FFF2-40B4-BE49-F238E27FC236}">
                <a16:creationId xmlns:a16="http://schemas.microsoft.com/office/drawing/2014/main" id="{94C1B153-7166-CC7B-1F2B-A3E67BDA07B9}"/>
              </a:ext>
            </a:extLst>
          </p:cNvPr>
          <p:cNvSpPr/>
          <p:nvPr/>
        </p:nvSpPr>
        <p:spPr>
          <a:xfrm>
            <a:off x="361363" y="1752998"/>
            <a:ext cx="7581186" cy="1062990"/>
          </a:xfrm>
          <a:prstGeom prst="rect">
            <a:avLst/>
          </a:prstGeom>
          <a:noFill/>
          <a:ln/>
        </p:spPr>
        <p:txBody>
          <a:bodyPr wrap="square" lIns="0" tIns="0" rIns="0" bIns="0" rtlCol="0" anchor="t"/>
          <a:lstStyle/>
          <a:p>
            <a:pPr marL="0" indent="0" algn="l">
              <a:lnSpc>
                <a:spcPts val="2750"/>
              </a:lnSpc>
              <a:buNone/>
            </a:pPr>
            <a:r>
              <a:rPr lang="en-US" sz="1750" dirty="0">
                <a:solidFill>
                  <a:srgbClr val="272525"/>
                </a:solidFill>
                <a:latin typeface="Inter" pitchFamily="34" charset="0"/>
                <a:ea typeface="Inter" pitchFamily="34" charset="-122"/>
                <a:cs typeface="Inter" pitchFamily="34" charset="-120"/>
              </a:rPr>
              <a:t>Since </a:t>
            </a:r>
            <a:r>
              <a:rPr lang="en-US" sz="1750" b="1" dirty="0">
                <a:solidFill>
                  <a:srgbClr val="272525"/>
                </a:solidFill>
                <a:latin typeface="Inter" pitchFamily="34" charset="0"/>
                <a:ea typeface="Inter" pitchFamily="34" charset="-122"/>
                <a:cs typeface="Inter" pitchFamily="34" charset="-120"/>
              </a:rPr>
              <a:t>May 2025</a:t>
            </a:r>
            <a:r>
              <a:rPr lang="en-US" sz="1750" dirty="0">
                <a:solidFill>
                  <a:srgbClr val="272525"/>
                </a:solidFill>
                <a:latin typeface="Inter" pitchFamily="34" charset="0"/>
                <a:ea typeface="Inter" pitchFamily="34" charset="-122"/>
                <a:cs typeface="Inter" pitchFamily="34" charset="-120"/>
              </a:rPr>
              <a:t>, 4TU.ResearchData has been a production IIIF-enabled repository, built on a Python backend. Why: </a:t>
            </a:r>
            <a:endParaRPr lang="en-US" sz="1750" dirty="0"/>
          </a:p>
        </p:txBody>
      </p:sp>
      <p:sp>
        <p:nvSpPr>
          <p:cNvPr id="25" name="Text 1">
            <a:extLst>
              <a:ext uri="{FF2B5EF4-FFF2-40B4-BE49-F238E27FC236}">
                <a16:creationId xmlns:a16="http://schemas.microsoft.com/office/drawing/2014/main" id="{0332B2F9-CF5D-223D-4E06-0BCE10213C18}"/>
              </a:ext>
            </a:extLst>
          </p:cNvPr>
          <p:cNvSpPr/>
          <p:nvPr/>
        </p:nvSpPr>
        <p:spPr>
          <a:xfrm>
            <a:off x="404905" y="3804602"/>
            <a:ext cx="7581185" cy="529403"/>
          </a:xfrm>
          <a:prstGeom prst="rect">
            <a:avLst/>
          </a:prstGeom>
          <a:noFill/>
          <a:ln/>
        </p:spPr>
        <p:txBody>
          <a:bodyPr wrap="square" lIns="0" tIns="0" rIns="0" bIns="0" rtlCol="0" anchor="t"/>
          <a:lstStyle/>
          <a:p>
            <a:pPr>
              <a:lnSpc>
                <a:spcPts val="2750"/>
              </a:lnSpc>
            </a:pPr>
            <a:r>
              <a:rPr lang="en-US" sz="2400" dirty="0">
                <a:solidFill>
                  <a:schemeClr val="accent2">
                    <a:lumMod val="75000"/>
                  </a:schemeClr>
                </a:solidFill>
                <a:latin typeface="Inter" panose="020B0604020202020204" charset="0"/>
                <a:ea typeface="Inter" panose="020B0604020202020204" charset="0"/>
              </a:rPr>
              <a:t>1.   Digital sovereignty through open interoperability</a:t>
            </a:r>
            <a:r>
              <a:rPr lang="en-US" sz="2000" dirty="0">
                <a:solidFill>
                  <a:schemeClr val="accent2">
                    <a:lumMod val="75000"/>
                  </a:schemeClr>
                </a:solidFill>
                <a:latin typeface="Inter" panose="020B0604020202020204" charset="0"/>
                <a:ea typeface="Inter" panose="020B0604020202020204" charset="0"/>
              </a:rPr>
              <a:t>.</a:t>
            </a:r>
          </a:p>
        </p:txBody>
      </p:sp>
    </p:spTree>
    <p:extLst>
      <p:ext uri="{BB962C8B-B14F-4D97-AF65-F5344CB8AC3E}">
        <p14:creationId xmlns:p14="http://schemas.microsoft.com/office/powerpoint/2010/main" val="343343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4CAB63BD-D775-23F4-BC45-1EA80202858D}"/>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0E70BC59-783E-0878-1D9E-E2C2F1ACC5DC}"/>
              </a:ext>
            </a:extLst>
          </p:cNvPr>
          <p:cNvSpPr>
            <a:spLocks noGrp="1"/>
          </p:cNvSpPr>
          <p:nvPr>
            <p:ph type="body" idx="4"/>
          </p:nvPr>
        </p:nvSpPr>
        <p:spPr>
          <a:xfrm>
            <a:off x="285658" y="517413"/>
            <a:ext cx="8698685" cy="707887"/>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Why IIIF at 4TU.ResearchData</a:t>
            </a:r>
            <a:endParaRPr lang="en-US" sz="4350" dirty="0"/>
          </a:p>
        </p:txBody>
      </p:sp>
      <p:sp>
        <p:nvSpPr>
          <p:cNvPr id="25" name="Text 1">
            <a:extLst>
              <a:ext uri="{FF2B5EF4-FFF2-40B4-BE49-F238E27FC236}">
                <a16:creationId xmlns:a16="http://schemas.microsoft.com/office/drawing/2014/main" id="{758CCE4D-7D5C-412C-889E-869141F8ACFD}"/>
              </a:ext>
            </a:extLst>
          </p:cNvPr>
          <p:cNvSpPr/>
          <p:nvPr/>
        </p:nvSpPr>
        <p:spPr>
          <a:xfrm>
            <a:off x="404906" y="3804602"/>
            <a:ext cx="7724486" cy="474821"/>
          </a:xfrm>
          <a:prstGeom prst="rect">
            <a:avLst/>
          </a:prstGeom>
          <a:noFill/>
          <a:ln/>
        </p:spPr>
        <p:txBody>
          <a:bodyPr wrap="square" lIns="0" tIns="0" rIns="0" bIns="0" rtlCol="0" anchor="t"/>
          <a:lstStyle/>
          <a:p>
            <a:pPr>
              <a:lnSpc>
                <a:spcPts val="2750"/>
              </a:lnSpc>
            </a:pPr>
            <a:r>
              <a:rPr lang="en-US" sz="2400" dirty="0">
                <a:solidFill>
                  <a:schemeClr val="accent2">
                    <a:lumMod val="75000"/>
                  </a:schemeClr>
                </a:solidFill>
                <a:latin typeface="Inter" panose="020B0604020202020204" charset="0"/>
                <a:ea typeface="Inter" panose="020B0604020202020204" charset="0"/>
              </a:rPr>
              <a:t>1.   Digital sovereignty through open interoperability</a:t>
            </a:r>
            <a:r>
              <a:rPr lang="en-US" sz="2000" dirty="0">
                <a:solidFill>
                  <a:schemeClr val="accent2">
                    <a:lumMod val="75000"/>
                  </a:schemeClr>
                </a:solidFill>
                <a:latin typeface="Inter" panose="020B0604020202020204" charset="0"/>
                <a:ea typeface="Inter" panose="020B0604020202020204" charset="0"/>
              </a:rPr>
              <a:t>.</a:t>
            </a:r>
          </a:p>
        </p:txBody>
      </p:sp>
      <p:sp>
        <p:nvSpPr>
          <p:cNvPr id="3" name="TextBox 2">
            <a:extLst>
              <a:ext uri="{FF2B5EF4-FFF2-40B4-BE49-F238E27FC236}">
                <a16:creationId xmlns:a16="http://schemas.microsoft.com/office/drawing/2014/main" id="{90A48651-8A80-B3AF-C388-E2B0D95DAF84}"/>
              </a:ext>
            </a:extLst>
          </p:cNvPr>
          <p:cNvSpPr txBox="1"/>
          <p:nvPr/>
        </p:nvSpPr>
        <p:spPr>
          <a:xfrm>
            <a:off x="3769087" y="4780381"/>
            <a:ext cx="7160171" cy="830997"/>
          </a:xfrm>
          <a:prstGeom prst="rect">
            <a:avLst/>
          </a:prstGeom>
          <a:noFill/>
        </p:spPr>
        <p:txBody>
          <a:bodyPr wrap="square">
            <a:spAutoFit/>
          </a:bodyPr>
          <a:lstStyle/>
          <a:p>
            <a:r>
              <a:rPr lang="en-US" sz="2400" dirty="0">
                <a:solidFill>
                  <a:schemeClr val="accent2">
                    <a:lumMod val="75000"/>
                  </a:schemeClr>
                </a:solidFill>
                <a:latin typeface="Inter" panose="020B0604020202020204" charset="0"/>
                <a:ea typeface="Inter" panose="020B0604020202020204" charset="0"/>
              </a:rPr>
              <a:t>2.   Improving research quality through reusable and collaborative image infrastructures</a:t>
            </a:r>
            <a:endParaRPr lang="nl-NL" sz="2400" dirty="0">
              <a:solidFill>
                <a:schemeClr val="accent2">
                  <a:lumMod val="75000"/>
                </a:schemeClr>
              </a:solidFill>
              <a:latin typeface="Inter" panose="020B0604020202020204" charset="0"/>
              <a:ea typeface="Inter" panose="020B0604020202020204" charset="0"/>
            </a:endParaRPr>
          </a:p>
        </p:txBody>
      </p:sp>
      <p:sp>
        <p:nvSpPr>
          <p:cNvPr id="2" name="Text 1">
            <a:extLst>
              <a:ext uri="{FF2B5EF4-FFF2-40B4-BE49-F238E27FC236}">
                <a16:creationId xmlns:a16="http://schemas.microsoft.com/office/drawing/2014/main" id="{9463F714-86B2-C16A-DD2E-A7C689ABE0F2}"/>
              </a:ext>
            </a:extLst>
          </p:cNvPr>
          <p:cNvSpPr/>
          <p:nvPr/>
        </p:nvSpPr>
        <p:spPr>
          <a:xfrm>
            <a:off x="361363" y="1752998"/>
            <a:ext cx="7581186" cy="1062990"/>
          </a:xfrm>
          <a:prstGeom prst="rect">
            <a:avLst/>
          </a:prstGeom>
          <a:noFill/>
          <a:ln/>
        </p:spPr>
        <p:txBody>
          <a:bodyPr wrap="square" lIns="0" tIns="0" rIns="0" bIns="0" rtlCol="0" anchor="t"/>
          <a:lstStyle/>
          <a:p>
            <a:pPr marL="0" indent="0" algn="l">
              <a:lnSpc>
                <a:spcPts val="2750"/>
              </a:lnSpc>
              <a:buNone/>
            </a:pPr>
            <a:r>
              <a:rPr lang="en-US" sz="1750" dirty="0">
                <a:solidFill>
                  <a:srgbClr val="272525"/>
                </a:solidFill>
                <a:latin typeface="Inter" pitchFamily="34" charset="0"/>
                <a:ea typeface="Inter" pitchFamily="34" charset="-122"/>
                <a:cs typeface="Inter" pitchFamily="34" charset="-120"/>
              </a:rPr>
              <a:t>Since </a:t>
            </a:r>
            <a:r>
              <a:rPr lang="en-US" sz="1750" b="1" dirty="0">
                <a:solidFill>
                  <a:srgbClr val="272525"/>
                </a:solidFill>
                <a:latin typeface="Inter" pitchFamily="34" charset="0"/>
                <a:ea typeface="Inter" pitchFamily="34" charset="-122"/>
                <a:cs typeface="Inter" pitchFamily="34" charset="-120"/>
              </a:rPr>
              <a:t>May 2025</a:t>
            </a:r>
            <a:r>
              <a:rPr lang="en-US" sz="1750" dirty="0">
                <a:solidFill>
                  <a:srgbClr val="272525"/>
                </a:solidFill>
                <a:latin typeface="Inter" pitchFamily="34" charset="0"/>
                <a:ea typeface="Inter" pitchFamily="34" charset="-122"/>
                <a:cs typeface="Inter" pitchFamily="34" charset="-120"/>
              </a:rPr>
              <a:t>, 4TU.ResearchData has been a production IIIF-enabled repository, built on a Python backend. Why: </a:t>
            </a:r>
            <a:endParaRPr lang="en-US" sz="1750" dirty="0"/>
          </a:p>
        </p:txBody>
      </p:sp>
    </p:spTree>
    <p:extLst>
      <p:ext uri="{BB962C8B-B14F-4D97-AF65-F5344CB8AC3E}">
        <p14:creationId xmlns:p14="http://schemas.microsoft.com/office/powerpoint/2010/main" val="2647703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9593E1B5-2BE7-6CFA-D1E7-BA09F6BAB934}"/>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722B00AC-7AB1-B582-7BDD-FD1F1CF07AD0}"/>
              </a:ext>
            </a:extLst>
          </p:cNvPr>
          <p:cNvSpPr>
            <a:spLocks noGrp="1"/>
          </p:cNvSpPr>
          <p:nvPr>
            <p:ph type="body" idx="4"/>
          </p:nvPr>
        </p:nvSpPr>
        <p:spPr>
          <a:xfrm>
            <a:off x="285658" y="517413"/>
            <a:ext cx="8698685" cy="707887"/>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IIIF at 4TU.ResearchData</a:t>
            </a:r>
            <a:endParaRPr lang="en-US" sz="4350" dirty="0"/>
          </a:p>
        </p:txBody>
      </p:sp>
      <p:sp>
        <p:nvSpPr>
          <p:cNvPr id="2" name="Shape 2">
            <a:extLst>
              <a:ext uri="{FF2B5EF4-FFF2-40B4-BE49-F238E27FC236}">
                <a16:creationId xmlns:a16="http://schemas.microsoft.com/office/drawing/2014/main" id="{35895FE5-5008-9C90-15F3-8FDA7CA454A3}"/>
              </a:ext>
            </a:extLst>
          </p:cNvPr>
          <p:cNvSpPr/>
          <p:nvPr/>
        </p:nvSpPr>
        <p:spPr>
          <a:xfrm>
            <a:off x="2247746" y="2143533"/>
            <a:ext cx="3067248" cy="2261692"/>
          </a:xfrm>
          <a:prstGeom prst="roundRect">
            <a:avLst>
              <a:gd name="adj" fmla="val 3455"/>
            </a:avLst>
          </a:prstGeom>
          <a:ln/>
        </p:spPr>
        <p:style>
          <a:lnRef idx="2">
            <a:schemeClr val="accent3">
              <a:shade val="15000"/>
            </a:schemeClr>
          </a:lnRef>
          <a:fillRef idx="1">
            <a:schemeClr val="accent3"/>
          </a:fillRef>
          <a:effectRef idx="0">
            <a:schemeClr val="accent3"/>
          </a:effectRef>
          <a:fontRef idx="minor">
            <a:schemeClr val="lt1"/>
          </a:fontRef>
        </p:style>
        <p:txBody>
          <a:bodyPr/>
          <a:lstStyle/>
          <a:p>
            <a:endParaRPr lang="nl-NL" sz="1167"/>
          </a:p>
        </p:txBody>
      </p:sp>
      <p:sp>
        <p:nvSpPr>
          <p:cNvPr id="5" name="Shape 8">
            <a:extLst>
              <a:ext uri="{FF2B5EF4-FFF2-40B4-BE49-F238E27FC236}">
                <a16:creationId xmlns:a16="http://schemas.microsoft.com/office/drawing/2014/main" id="{F2374A2F-F89F-00BE-FE5D-9B37B1A933F2}"/>
              </a:ext>
            </a:extLst>
          </p:cNvPr>
          <p:cNvSpPr/>
          <p:nvPr/>
        </p:nvSpPr>
        <p:spPr>
          <a:xfrm>
            <a:off x="2247746" y="4573605"/>
            <a:ext cx="7304625" cy="1449823"/>
          </a:xfrm>
          <a:prstGeom prst="roundRect">
            <a:avLst>
              <a:gd name="adj" fmla="val 5680"/>
            </a:avLst>
          </a:prstGeom>
          <a:ln/>
        </p:spPr>
        <p:style>
          <a:lnRef idx="1">
            <a:schemeClr val="accent3"/>
          </a:lnRef>
          <a:fillRef idx="2">
            <a:schemeClr val="accent3"/>
          </a:fillRef>
          <a:effectRef idx="1">
            <a:schemeClr val="accent3"/>
          </a:effectRef>
          <a:fontRef idx="minor">
            <a:schemeClr val="dk1"/>
          </a:fontRef>
        </p:style>
        <p:txBody>
          <a:bodyPr/>
          <a:lstStyle/>
          <a:p>
            <a:endParaRPr lang="nl-NL" sz="1167"/>
          </a:p>
        </p:txBody>
      </p:sp>
      <p:sp>
        <p:nvSpPr>
          <p:cNvPr id="6" name="Text 3">
            <a:extLst>
              <a:ext uri="{FF2B5EF4-FFF2-40B4-BE49-F238E27FC236}">
                <a16:creationId xmlns:a16="http://schemas.microsoft.com/office/drawing/2014/main" id="{4CABF0C1-0347-C06E-C8E6-13F1818B51A6}"/>
              </a:ext>
            </a:extLst>
          </p:cNvPr>
          <p:cNvSpPr/>
          <p:nvPr/>
        </p:nvSpPr>
        <p:spPr>
          <a:xfrm>
            <a:off x="2440130" y="2462086"/>
            <a:ext cx="2325787" cy="290711"/>
          </a:xfrm>
          <a:prstGeom prst="rect">
            <a:avLst/>
          </a:prstGeom>
          <a:noFill/>
          <a:ln/>
        </p:spPr>
        <p:txBody>
          <a:bodyPr wrap="none" lIns="0" tIns="0" rIns="0" bIns="0" rtlCol="0" anchor="t"/>
          <a:lstStyle/>
          <a:p>
            <a:pPr>
              <a:lnSpc>
                <a:spcPts val="2250"/>
              </a:lnSpc>
            </a:pPr>
            <a:r>
              <a:rPr lang="en-US" sz="1792" b="1" dirty="0">
                <a:solidFill>
                  <a:srgbClr val="272525"/>
                </a:solidFill>
                <a:latin typeface="Inter Bold" pitchFamily="34" charset="0"/>
                <a:ea typeface="Inter Bold" pitchFamily="34" charset="-122"/>
                <a:cs typeface="Inter Bold" pitchFamily="34" charset="-120"/>
              </a:rPr>
              <a:t>IIIF Image API</a:t>
            </a:r>
            <a:endParaRPr lang="en-US" sz="1792" dirty="0"/>
          </a:p>
        </p:txBody>
      </p:sp>
      <p:sp>
        <p:nvSpPr>
          <p:cNvPr id="7" name="Text 4">
            <a:extLst>
              <a:ext uri="{FF2B5EF4-FFF2-40B4-BE49-F238E27FC236}">
                <a16:creationId xmlns:a16="http://schemas.microsoft.com/office/drawing/2014/main" id="{6CC4FB1D-EA31-E066-0D2C-FC8D60DCB9BB}"/>
              </a:ext>
            </a:extLst>
          </p:cNvPr>
          <p:cNvSpPr/>
          <p:nvPr/>
        </p:nvSpPr>
        <p:spPr>
          <a:xfrm>
            <a:off x="2440131" y="2862632"/>
            <a:ext cx="2682478" cy="1181100"/>
          </a:xfrm>
          <a:prstGeom prst="rect">
            <a:avLst/>
          </a:prstGeom>
          <a:noFill/>
          <a:ln/>
        </p:spPr>
        <p:txBody>
          <a:bodyPr wrap="square" lIns="0" tIns="0" rIns="0" bIns="0" rtlCol="0" anchor="t"/>
          <a:lstStyle/>
          <a:p>
            <a:pPr>
              <a:lnSpc>
                <a:spcPts val="2292"/>
              </a:lnSpc>
            </a:pPr>
            <a:r>
              <a:rPr lang="en-US" sz="1458" dirty="0">
                <a:solidFill>
                  <a:srgbClr val="272525"/>
                </a:solidFill>
                <a:latin typeface="Inter" pitchFamily="34" charset="0"/>
                <a:ea typeface="Inter" pitchFamily="34" charset="-122"/>
                <a:cs typeface="Inter" pitchFamily="34" charset="-120"/>
              </a:rPr>
              <a:t>On-demand delivery of image regions, thumbnails, and scaled resolutions, no full-file download required.</a:t>
            </a:r>
            <a:endParaRPr lang="en-US" sz="1458" dirty="0"/>
          </a:p>
        </p:txBody>
      </p:sp>
      <p:sp>
        <p:nvSpPr>
          <p:cNvPr id="4" name="Shape 5">
            <a:extLst>
              <a:ext uri="{FF2B5EF4-FFF2-40B4-BE49-F238E27FC236}">
                <a16:creationId xmlns:a16="http://schemas.microsoft.com/office/drawing/2014/main" id="{5679F824-EFEA-6790-968F-181E856CC31A}"/>
              </a:ext>
            </a:extLst>
          </p:cNvPr>
          <p:cNvSpPr/>
          <p:nvPr/>
        </p:nvSpPr>
        <p:spPr>
          <a:xfrm>
            <a:off x="6423281" y="2143533"/>
            <a:ext cx="3067248" cy="2261692"/>
          </a:xfrm>
          <a:prstGeom prst="roundRect">
            <a:avLst>
              <a:gd name="adj" fmla="val 3455"/>
            </a:avLst>
          </a:prstGeom>
          <a:ln/>
        </p:spPr>
        <p:style>
          <a:lnRef idx="2">
            <a:schemeClr val="accent3">
              <a:shade val="15000"/>
            </a:schemeClr>
          </a:lnRef>
          <a:fillRef idx="1">
            <a:schemeClr val="accent3"/>
          </a:fillRef>
          <a:effectRef idx="0">
            <a:schemeClr val="accent3"/>
          </a:effectRef>
          <a:fontRef idx="minor">
            <a:schemeClr val="lt1"/>
          </a:fontRef>
        </p:style>
        <p:txBody>
          <a:bodyPr/>
          <a:lstStyle/>
          <a:p>
            <a:endParaRPr lang="nl-NL" sz="1167"/>
          </a:p>
        </p:txBody>
      </p:sp>
      <p:sp>
        <p:nvSpPr>
          <p:cNvPr id="8" name="Text 6">
            <a:extLst>
              <a:ext uri="{FF2B5EF4-FFF2-40B4-BE49-F238E27FC236}">
                <a16:creationId xmlns:a16="http://schemas.microsoft.com/office/drawing/2014/main" id="{78D55F14-754D-15B1-22EE-8BA63595D723}"/>
              </a:ext>
            </a:extLst>
          </p:cNvPr>
          <p:cNvSpPr/>
          <p:nvPr/>
        </p:nvSpPr>
        <p:spPr>
          <a:xfrm>
            <a:off x="6615666" y="2457195"/>
            <a:ext cx="2325787" cy="290711"/>
          </a:xfrm>
          <a:prstGeom prst="rect">
            <a:avLst/>
          </a:prstGeom>
          <a:noFill/>
          <a:ln/>
        </p:spPr>
        <p:txBody>
          <a:bodyPr wrap="none" lIns="0" tIns="0" rIns="0" bIns="0" rtlCol="0" anchor="t"/>
          <a:lstStyle/>
          <a:p>
            <a:pPr>
              <a:lnSpc>
                <a:spcPts val="2250"/>
              </a:lnSpc>
            </a:pPr>
            <a:r>
              <a:rPr lang="en-US" sz="1792" b="1" dirty="0">
                <a:solidFill>
                  <a:srgbClr val="272525"/>
                </a:solidFill>
                <a:latin typeface="Inter Bold" pitchFamily="34" charset="0"/>
                <a:ea typeface="Inter Bold" pitchFamily="34" charset="-122"/>
                <a:cs typeface="Inter Bold" pitchFamily="34" charset="-120"/>
              </a:rPr>
              <a:t>IIIF Presentation API</a:t>
            </a:r>
            <a:endParaRPr lang="en-US" sz="1792" dirty="0"/>
          </a:p>
        </p:txBody>
      </p:sp>
      <p:sp>
        <p:nvSpPr>
          <p:cNvPr id="9" name="Text 7">
            <a:extLst>
              <a:ext uri="{FF2B5EF4-FFF2-40B4-BE49-F238E27FC236}">
                <a16:creationId xmlns:a16="http://schemas.microsoft.com/office/drawing/2014/main" id="{5D9E67DF-641E-C24B-64C2-AD21053D35FA}"/>
              </a:ext>
            </a:extLst>
          </p:cNvPr>
          <p:cNvSpPr/>
          <p:nvPr/>
        </p:nvSpPr>
        <p:spPr>
          <a:xfrm>
            <a:off x="6615666" y="2857741"/>
            <a:ext cx="2682478" cy="1476375"/>
          </a:xfrm>
          <a:prstGeom prst="rect">
            <a:avLst/>
          </a:prstGeom>
          <a:noFill/>
          <a:ln/>
        </p:spPr>
        <p:txBody>
          <a:bodyPr wrap="square" lIns="0" tIns="0" rIns="0" bIns="0" rtlCol="0" anchor="t"/>
          <a:lstStyle/>
          <a:p>
            <a:pPr>
              <a:lnSpc>
                <a:spcPts val="2292"/>
              </a:lnSpc>
            </a:pPr>
            <a:r>
              <a:rPr lang="en-US" sz="1458" dirty="0">
                <a:solidFill>
                  <a:srgbClr val="272525"/>
                </a:solidFill>
                <a:latin typeface="Inter" pitchFamily="34" charset="0"/>
                <a:ea typeface="Inter" pitchFamily="34" charset="-122"/>
                <a:cs typeface="Inter" pitchFamily="34" charset="-120"/>
              </a:rPr>
              <a:t>Structured manifests that describe datasets, sequences, and associated metadata for discovery and reuse.</a:t>
            </a:r>
            <a:endParaRPr lang="en-US" sz="1458" dirty="0"/>
          </a:p>
        </p:txBody>
      </p:sp>
      <p:sp>
        <p:nvSpPr>
          <p:cNvPr id="11" name="Text 9">
            <a:extLst>
              <a:ext uri="{FF2B5EF4-FFF2-40B4-BE49-F238E27FC236}">
                <a16:creationId xmlns:a16="http://schemas.microsoft.com/office/drawing/2014/main" id="{FE1183B9-A2FF-C36B-118F-FE46A6049D44}"/>
              </a:ext>
            </a:extLst>
          </p:cNvPr>
          <p:cNvSpPr/>
          <p:nvPr/>
        </p:nvSpPr>
        <p:spPr>
          <a:xfrm>
            <a:off x="2440131" y="4765991"/>
            <a:ext cx="3440770" cy="306337"/>
          </a:xfrm>
          <a:prstGeom prst="rect">
            <a:avLst/>
          </a:prstGeom>
          <a:noFill/>
          <a:ln/>
        </p:spPr>
        <p:txBody>
          <a:bodyPr wrap="none" lIns="0" tIns="0" rIns="0" bIns="0" rtlCol="0" anchor="t"/>
          <a:lstStyle/>
          <a:p>
            <a:pPr>
              <a:lnSpc>
                <a:spcPts val="2250"/>
              </a:lnSpc>
            </a:pPr>
            <a:r>
              <a:rPr lang="en-US" sz="1792" b="1" dirty="0">
                <a:solidFill>
                  <a:srgbClr val="272525"/>
                </a:solidFill>
                <a:latin typeface="Inter Bold" pitchFamily="34" charset="0"/>
                <a:ea typeface="Inter Bold" pitchFamily="34" charset="-122"/>
                <a:cs typeface="Inter Bold" pitchFamily="34" charset="-120"/>
              </a:rPr>
              <a:t>Python Backend (Djehuty)</a:t>
            </a:r>
            <a:endParaRPr lang="en-US" sz="1792" dirty="0"/>
          </a:p>
        </p:txBody>
      </p:sp>
      <p:sp>
        <p:nvSpPr>
          <p:cNvPr id="12" name="Text 10">
            <a:extLst>
              <a:ext uri="{FF2B5EF4-FFF2-40B4-BE49-F238E27FC236}">
                <a16:creationId xmlns:a16="http://schemas.microsoft.com/office/drawing/2014/main" id="{FFD1F6EA-8581-B998-9F67-006E431749F1}"/>
              </a:ext>
            </a:extLst>
          </p:cNvPr>
          <p:cNvSpPr/>
          <p:nvPr/>
        </p:nvSpPr>
        <p:spPr>
          <a:xfrm>
            <a:off x="2440130" y="5166536"/>
            <a:ext cx="6859743" cy="622293"/>
          </a:xfrm>
          <a:prstGeom prst="rect">
            <a:avLst/>
          </a:prstGeom>
          <a:noFill/>
          <a:ln/>
        </p:spPr>
        <p:txBody>
          <a:bodyPr wrap="square" lIns="0" tIns="0" rIns="0" bIns="0" rtlCol="0" anchor="t"/>
          <a:lstStyle/>
          <a:p>
            <a:pPr>
              <a:lnSpc>
                <a:spcPts val="2292"/>
              </a:lnSpc>
            </a:pPr>
            <a:r>
              <a:rPr lang="en-US" sz="1458" dirty="0">
                <a:solidFill>
                  <a:srgbClr val="272525"/>
                </a:solidFill>
                <a:latin typeface="Inter" pitchFamily="34" charset="0"/>
                <a:ea typeface="Inter" pitchFamily="34" charset="-122"/>
                <a:cs typeface="Inter" pitchFamily="34" charset="-120"/>
              </a:rPr>
              <a:t>Native integration with the repository's API layer, enabling programmatic manifest generation and enrichment.</a:t>
            </a:r>
            <a:endParaRPr lang="en-US" sz="1458" dirty="0"/>
          </a:p>
        </p:txBody>
      </p:sp>
    </p:spTree>
    <p:extLst>
      <p:ext uri="{BB962C8B-B14F-4D97-AF65-F5344CB8AC3E}">
        <p14:creationId xmlns:p14="http://schemas.microsoft.com/office/powerpoint/2010/main" val="2523882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83B9393C-1EB4-5582-44B5-406D6FD8A707}"/>
            </a:ext>
          </a:extLst>
        </p:cNvPr>
        <p:cNvGrpSpPr/>
        <p:nvPr/>
      </p:nvGrpSpPr>
      <p:grpSpPr>
        <a:xfrm>
          <a:off x="0" y="0"/>
          <a:ext cx="0" cy="0"/>
          <a:chOff x="0" y="0"/>
          <a:chExt cx="0" cy="0"/>
        </a:xfrm>
      </p:grpSpPr>
      <p:sp>
        <p:nvSpPr>
          <p:cNvPr id="16" name="Text 0">
            <a:extLst>
              <a:ext uri="{FF2B5EF4-FFF2-40B4-BE49-F238E27FC236}">
                <a16:creationId xmlns:a16="http://schemas.microsoft.com/office/drawing/2014/main" id="{0B17CEF9-BB20-CA85-91B4-ADF034358172}"/>
              </a:ext>
            </a:extLst>
          </p:cNvPr>
          <p:cNvSpPr>
            <a:spLocks noGrp="1"/>
          </p:cNvSpPr>
          <p:nvPr>
            <p:ph type="body" idx="4"/>
          </p:nvPr>
        </p:nvSpPr>
        <p:spPr>
          <a:xfrm>
            <a:off x="285658" y="517413"/>
            <a:ext cx="8698685" cy="707887"/>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Context of use of IIIF at 4TU.ResearchData</a:t>
            </a:r>
            <a:endParaRPr lang="en-US" sz="4350" dirty="0"/>
          </a:p>
        </p:txBody>
      </p:sp>
      <p:sp>
        <p:nvSpPr>
          <p:cNvPr id="29" name="TextBox 28">
            <a:extLst>
              <a:ext uri="{FF2B5EF4-FFF2-40B4-BE49-F238E27FC236}">
                <a16:creationId xmlns:a16="http://schemas.microsoft.com/office/drawing/2014/main" id="{ABBA2590-F6D5-5451-A9FD-1F712C97B6CC}"/>
              </a:ext>
            </a:extLst>
          </p:cNvPr>
          <p:cNvSpPr txBox="1"/>
          <p:nvPr/>
        </p:nvSpPr>
        <p:spPr>
          <a:xfrm>
            <a:off x="1967089" y="2150281"/>
            <a:ext cx="6124222" cy="2862322"/>
          </a:xfrm>
          <a:prstGeom prst="rect">
            <a:avLst/>
          </a:prstGeom>
          <a:noFill/>
        </p:spPr>
        <p:txBody>
          <a:bodyPr wrap="square">
            <a:spAutoFit/>
          </a:bodyPr>
          <a:lstStyle/>
          <a:p>
            <a:pPr>
              <a:buFontTx/>
              <a:buChar char="-"/>
            </a:pPr>
            <a:endParaRPr lang="en-US" sz="1200" b="0" dirty="0">
              <a:latin typeface="Inter" panose="020B0604020202020204" charset="0"/>
              <a:ea typeface="Inter" panose="020B0604020202020204" charset="0"/>
            </a:endParaRPr>
          </a:p>
          <a:p>
            <a:pPr>
              <a:buFontTx/>
              <a:buChar char="-"/>
            </a:pPr>
            <a:r>
              <a:rPr lang="en-US" sz="1200" b="0" dirty="0">
                <a:latin typeface="Inter" panose="020B0604020202020204" charset="0"/>
                <a:ea typeface="Inter" panose="020B0604020202020204" charset="0"/>
              </a:rPr>
              <a:t>Reuse of datasets by researchers (on the fly image analysis</a:t>
            </a:r>
            <a:r>
              <a:rPr lang="en-US" sz="1200" dirty="0">
                <a:latin typeface="Inter" panose="020B0604020202020204" charset="0"/>
                <a:ea typeface="Inter" panose="020B0604020202020204" charset="0"/>
              </a:rPr>
              <a:t> and enriching metadata</a:t>
            </a:r>
            <a:r>
              <a:rPr lang="en-US" sz="1200" b="0" dirty="0">
                <a:latin typeface="Inter" panose="020B0604020202020204" charset="0"/>
                <a:ea typeface="Inter" panose="020B0604020202020204" charset="0"/>
              </a:rPr>
              <a:t>)</a:t>
            </a:r>
          </a:p>
          <a:p>
            <a:pPr lvl="1">
              <a:buFontTx/>
              <a:buChar char="-"/>
            </a:pPr>
            <a:endParaRPr lang="en-US" sz="1200" b="0" dirty="0">
              <a:latin typeface="Inter" panose="020B0604020202020204" charset="0"/>
              <a:ea typeface="Inter" panose="020B0604020202020204" charset="0"/>
            </a:endParaRPr>
          </a:p>
          <a:p>
            <a:pPr lvl="4">
              <a:buFontTx/>
              <a:buChar char="-"/>
            </a:pPr>
            <a:r>
              <a:rPr lang="en-US" sz="1200" b="0" dirty="0">
                <a:latin typeface="Inter" panose="020B0604020202020204" charset="0"/>
                <a:ea typeface="Inter" panose="020B0604020202020204" charset="0"/>
              </a:rPr>
              <a:t>E.g. the geolocation of each file can be reused to be used by the Allmaps.org tool and </a:t>
            </a:r>
            <a:r>
              <a:rPr lang="en-US" sz="1200" b="0" dirty="0" err="1">
                <a:latin typeface="Inter" panose="020B0604020202020204" charset="0"/>
                <a:ea typeface="Inter" panose="020B0604020202020204" charset="0"/>
              </a:rPr>
              <a:t>and</a:t>
            </a:r>
            <a:r>
              <a:rPr lang="en-US" sz="1200" b="0" dirty="0">
                <a:latin typeface="Inter" panose="020B0604020202020204" charset="0"/>
                <a:ea typeface="Inter" panose="020B0604020202020204" charset="0"/>
              </a:rPr>
              <a:t> overlay the images in the map </a:t>
            </a:r>
          </a:p>
          <a:p>
            <a:pPr lvl="4">
              <a:buFontTx/>
              <a:buChar char="-"/>
            </a:pPr>
            <a:endParaRPr lang="en-US" sz="1200" b="0" dirty="0">
              <a:latin typeface="Inter" panose="020B0604020202020204" charset="0"/>
              <a:ea typeface="Inter" panose="020B0604020202020204" charset="0"/>
            </a:endParaRPr>
          </a:p>
          <a:p>
            <a:pPr>
              <a:buFontTx/>
              <a:buChar char="-"/>
            </a:pPr>
            <a:r>
              <a:rPr lang="en-US" sz="1200" b="0" dirty="0">
                <a:latin typeface="Inter" panose="020B0604020202020204" charset="0"/>
                <a:ea typeface="Inter" panose="020B0604020202020204" charset="0"/>
              </a:rPr>
              <a:t>Outreach of datasets by the general public by making digital collections of high resolution images</a:t>
            </a:r>
          </a:p>
          <a:p>
            <a:pPr>
              <a:buFontTx/>
              <a:buChar char="-"/>
            </a:pPr>
            <a:endParaRPr lang="en-US" sz="1200" b="0" dirty="0">
              <a:latin typeface="Inter" panose="020B0604020202020204" charset="0"/>
              <a:ea typeface="Inter" panose="020B0604020202020204" charset="0"/>
            </a:endParaRPr>
          </a:p>
          <a:p>
            <a:pPr>
              <a:buFontTx/>
              <a:buChar char="-"/>
            </a:pPr>
            <a:r>
              <a:rPr lang="en-US" sz="1200" b="0" dirty="0">
                <a:latin typeface="Inter" panose="020B0604020202020204" charset="0"/>
                <a:ea typeface="Inter" panose="020B0604020202020204" charset="0"/>
              </a:rPr>
              <a:t>Researchers integrate their research pipeline with 4tu &gt; new assets that are generated using IIIF can be deposited back at 4TU (future)</a:t>
            </a:r>
          </a:p>
          <a:p>
            <a:pPr>
              <a:buFontTx/>
              <a:buChar char="-"/>
            </a:pPr>
            <a:endParaRPr lang="en-US" sz="1200" dirty="0">
              <a:latin typeface="Inter" panose="020B0604020202020204" charset="0"/>
              <a:ea typeface="Inter" panose="020B0604020202020204" charset="0"/>
            </a:endParaRPr>
          </a:p>
          <a:p>
            <a:pPr>
              <a:buFontTx/>
              <a:buChar char="-"/>
            </a:pPr>
            <a:r>
              <a:rPr lang="en-US" sz="1200" dirty="0">
                <a:latin typeface="Inter" panose="020B0604020202020204" charset="0"/>
                <a:ea typeface="Inter" panose="020B0604020202020204" charset="0"/>
              </a:rPr>
              <a:t>Improving landing page of images preview </a:t>
            </a:r>
          </a:p>
          <a:p>
            <a:pPr>
              <a:buFontTx/>
              <a:buChar char="-"/>
            </a:pPr>
            <a:endParaRPr lang="en-US" sz="1200" b="0" dirty="0">
              <a:latin typeface="Inter" panose="020B0604020202020204" charset="0"/>
              <a:ea typeface="Inter" panose="020B0604020202020204" charset="0"/>
            </a:endParaRPr>
          </a:p>
        </p:txBody>
      </p:sp>
    </p:spTree>
    <p:extLst>
      <p:ext uri="{BB962C8B-B14F-4D97-AF65-F5344CB8AC3E}">
        <p14:creationId xmlns:p14="http://schemas.microsoft.com/office/powerpoint/2010/main" val="661144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2D06866D-7C67-85B2-F0A5-4D409A6D0E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548ED9E-1CF3-09C2-6091-FE418580D46F}"/>
              </a:ext>
            </a:extLst>
          </p:cNvPr>
          <p:cNvPicPr>
            <a:picLocks noChangeAspect="1"/>
          </p:cNvPicPr>
          <p:nvPr/>
        </p:nvPicPr>
        <p:blipFill>
          <a:blip r:embed="rId3"/>
          <a:stretch>
            <a:fillRect/>
          </a:stretch>
        </p:blipFill>
        <p:spPr>
          <a:xfrm>
            <a:off x="3913931" y="434975"/>
            <a:ext cx="4694337" cy="5961063"/>
          </a:xfrm>
          <a:prstGeom prst="rect">
            <a:avLst/>
          </a:prstGeom>
          <a:noFill/>
          <a:ln>
            <a:noFill/>
          </a:ln>
        </p:spPr>
      </p:pic>
    </p:spTree>
    <p:extLst>
      <p:ext uri="{BB962C8B-B14F-4D97-AF65-F5344CB8AC3E}">
        <p14:creationId xmlns:p14="http://schemas.microsoft.com/office/powerpoint/2010/main" val="3012555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83540DFE-9B39-F55E-DA38-13F8E693D3E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B0B6655-B522-3915-F802-D8D99F5D1774}"/>
              </a:ext>
            </a:extLst>
          </p:cNvPr>
          <p:cNvPicPr>
            <a:picLocks noChangeAspect="1"/>
          </p:cNvPicPr>
          <p:nvPr/>
        </p:nvPicPr>
        <p:blipFill>
          <a:blip r:embed="rId3"/>
          <a:stretch>
            <a:fillRect/>
          </a:stretch>
        </p:blipFill>
        <p:spPr>
          <a:xfrm>
            <a:off x="3913931" y="434975"/>
            <a:ext cx="4694337" cy="5961063"/>
          </a:xfrm>
          <a:prstGeom prst="rect">
            <a:avLst/>
          </a:prstGeom>
          <a:noFill/>
          <a:ln>
            <a:noFill/>
          </a:ln>
        </p:spPr>
      </p:pic>
      <p:pic>
        <p:nvPicPr>
          <p:cNvPr id="7" name="Picture 6">
            <a:extLst>
              <a:ext uri="{FF2B5EF4-FFF2-40B4-BE49-F238E27FC236}">
                <a16:creationId xmlns:a16="http://schemas.microsoft.com/office/drawing/2014/main" id="{056B1481-13B4-62E8-E06E-35A1E2E21C7B}"/>
              </a:ext>
            </a:extLst>
          </p:cNvPr>
          <p:cNvPicPr>
            <a:picLocks noChangeAspect="1"/>
          </p:cNvPicPr>
          <p:nvPr/>
        </p:nvPicPr>
        <p:blipFill>
          <a:blip r:embed="rId4"/>
          <a:stretch>
            <a:fillRect/>
          </a:stretch>
        </p:blipFill>
        <p:spPr>
          <a:xfrm>
            <a:off x="8713743" y="951977"/>
            <a:ext cx="3390575" cy="4553211"/>
          </a:xfrm>
          <a:prstGeom prst="rect">
            <a:avLst/>
          </a:prstGeom>
        </p:spPr>
      </p:pic>
      <p:sp>
        <p:nvSpPr>
          <p:cNvPr id="2" name="Rectangle 1">
            <a:extLst>
              <a:ext uri="{FF2B5EF4-FFF2-40B4-BE49-F238E27FC236}">
                <a16:creationId xmlns:a16="http://schemas.microsoft.com/office/drawing/2014/main" id="{8E3B716F-D852-1DE9-CA43-3BF2DCEC45BB}"/>
              </a:ext>
            </a:extLst>
          </p:cNvPr>
          <p:cNvSpPr/>
          <p:nvPr/>
        </p:nvSpPr>
        <p:spPr>
          <a:xfrm>
            <a:off x="6826685" y="4572000"/>
            <a:ext cx="613775" cy="3256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nl-NL"/>
          </a:p>
        </p:txBody>
      </p:sp>
      <p:sp>
        <p:nvSpPr>
          <p:cNvPr id="3" name="Arrow: Right 2">
            <a:extLst>
              <a:ext uri="{FF2B5EF4-FFF2-40B4-BE49-F238E27FC236}">
                <a16:creationId xmlns:a16="http://schemas.microsoft.com/office/drawing/2014/main" id="{11AB2839-BB47-1DC8-2DC4-223D65DA760B}"/>
              </a:ext>
            </a:extLst>
          </p:cNvPr>
          <p:cNvSpPr/>
          <p:nvPr/>
        </p:nvSpPr>
        <p:spPr>
          <a:xfrm>
            <a:off x="7678455" y="4496843"/>
            <a:ext cx="726509" cy="475989"/>
          </a:xfrm>
          <a:prstGeom prst="right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nl-NL"/>
          </a:p>
        </p:txBody>
      </p:sp>
    </p:spTree>
    <p:extLst>
      <p:ext uri="{BB962C8B-B14F-4D97-AF65-F5344CB8AC3E}">
        <p14:creationId xmlns:p14="http://schemas.microsoft.com/office/powerpoint/2010/main" val="2399111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0FFA28D6-CD0C-5397-8B43-8165BB1FDC8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394E19A-0001-4542-23F3-9F04D817A0AF}"/>
              </a:ext>
            </a:extLst>
          </p:cNvPr>
          <p:cNvPicPr>
            <a:picLocks noChangeAspect="1"/>
          </p:cNvPicPr>
          <p:nvPr/>
        </p:nvPicPr>
        <p:blipFill>
          <a:blip r:embed="rId3"/>
          <a:stretch>
            <a:fillRect/>
          </a:stretch>
        </p:blipFill>
        <p:spPr>
          <a:xfrm>
            <a:off x="3913931" y="434975"/>
            <a:ext cx="4694337" cy="5961063"/>
          </a:xfrm>
          <a:prstGeom prst="rect">
            <a:avLst/>
          </a:prstGeom>
          <a:noFill/>
          <a:ln>
            <a:noFill/>
          </a:ln>
        </p:spPr>
      </p:pic>
      <p:pic>
        <p:nvPicPr>
          <p:cNvPr id="7" name="Picture 6">
            <a:extLst>
              <a:ext uri="{FF2B5EF4-FFF2-40B4-BE49-F238E27FC236}">
                <a16:creationId xmlns:a16="http://schemas.microsoft.com/office/drawing/2014/main" id="{52F871A6-C9B1-ED68-5243-552FD93E5647}"/>
              </a:ext>
            </a:extLst>
          </p:cNvPr>
          <p:cNvPicPr>
            <a:picLocks noChangeAspect="1"/>
          </p:cNvPicPr>
          <p:nvPr/>
        </p:nvPicPr>
        <p:blipFill>
          <a:blip r:embed="rId4"/>
          <a:stretch>
            <a:fillRect/>
          </a:stretch>
        </p:blipFill>
        <p:spPr>
          <a:xfrm>
            <a:off x="8713743" y="951977"/>
            <a:ext cx="3390575" cy="4553211"/>
          </a:xfrm>
          <a:prstGeom prst="rect">
            <a:avLst/>
          </a:prstGeom>
        </p:spPr>
      </p:pic>
      <p:sp>
        <p:nvSpPr>
          <p:cNvPr id="2" name="Rectangle 1">
            <a:extLst>
              <a:ext uri="{FF2B5EF4-FFF2-40B4-BE49-F238E27FC236}">
                <a16:creationId xmlns:a16="http://schemas.microsoft.com/office/drawing/2014/main" id="{7921D67C-E5DF-93A0-484F-BD0A0B939932}"/>
              </a:ext>
            </a:extLst>
          </p:cNvPr>
          <p:cNvSpPr/>
          <p:nvPr/>
        </p:nvSpPr>
        <p:spPr>
          <a:xfrm>
            <a:off x="6826685" y="4572000"/>
            <a:ext cx="613775" cy="3256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nl-NL"/>
          </a:p>
        </p:txBody>
      </p:sp>
      <p:sp>
        <p:nvSpPr>
          <p:cNvPr id="3" name="Arrow: Right 2">
            <a:extLst>
              <a:ext uri="{FF2B5EF4-FFF2-40B4-BE49-F238E27FC236}">
                <a16:creationId xmlns:a16="http://schemas.microsoft.com/office/drawing/2014/main" id="{B7E4EFC7-F2F7-AF44-889D-2DEA5CB70AEF}"/>
              </a:ext>
            </a:extLst>
          </p:cNvPr>
          <p:cNvSpPr/>
          <p:nvPr/>
        </p:nvSpPr>
        <p:spPr>
          <a:xfrm>
            <a:off x="7678455" y="4496843"/>
            <a:ext cx="726509" cy="475989"/>
          </a:xfrm>
          <a:prstGeom prst="right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nl-NL"/>
          </a:p>
        </p:txBody>
      </p:sp>
      <p:sp>
        <p:nvSpPr>
          <p:cNvPr id="4" name="TextBox 3">
            <a:extLst>
              <a:ext uri="{FF2B5EF4-FFF2-40B4-BE49-F238E27FC236}">
                <a16:creationId xmlns:a16="http://schemas.microsoft.com/office/drawing/2014/main" id="{315673E9-E268-A188-723D-AD3E1CC0DB82}"/>
              </a:ext>
            </a:extLst>
          </p:cNvPr>
          <p:cNvSpPr txBox="1"/>
          <p:nvPr/>
        </p:nvSpPr>
        <p:spPr>
          <a:xfrm>
            <a:off x="187890" y="1114815"/>
            <a:ext cx="2630848" cy="1169551"/>
          </a:xfrm>
          <a:prstGeom prst="rect">
            <a:avLst/>
          </a:prstGeom>
          <a:noFill/>
        </p:spPr>
        <p:txBody>
          <a:bodyPr wrap="none" rtlCol="0">
            <a:spAutoFit/>
          </a:bodyPr>
          <a:lstStyle/>
          <a:p>
            <a:r>
              <a:rPr lang="en-US" dirty="0"/>
              <a:t>Metadata the manifest expose:</a:t>
            </a:r>
          </a:p>
          <a:p>
            <a:pPr marL="285750" indent="-285750">
              <a:buFontTx/>
              <a:buChar char="-"/>
            </a:pPr>
            <a:r>
              <a:rPr lang="en-US" dirty="0"/>
              <a:t>Title</a:t>
            </a:r>
          </a:p>
          <a:p>
            <a:pPr marL="285750" indent="-285750">
              <a:buFontTx/>
              <a:buChar char="-"/>
            </a:pPr>
            <a:r>
              <a:rPr lang="en-US" dirty="0"/>
              <a:t>Authors</a:t>
            </a:r>
          </a:p>
          <a:p>
            <a:pPr marL="285750" indent="-285750">
              <a:buFontTx/>
              <a:buChar char="-"/>
            </a:pPr>
            <a:r>
              <a:rPr lang="en-US" dirty="0"/>
              <a:t>Description</a:t>
            </a:r>
          </a:p>
          <a:p>
            <a:endParaRPr lang="nl-NL" dirty="0"/>
          </a:p>
        </p:txBody>
      </p:sp>
      <p:sp>
        <p:nvSpPr>
          <p:cNvPr id="6" name="TextBox 5">
            <a:extLst>
              <a:ext uri="{FF2B5EF4-FFF2-40B4-BE49-F238E27FC236}">
                <a16:creationId xmlns:a16="http://schemas.microsoft.com/office/drawing/2014/main" id="{D232CE39-30D9-811F-7D97-685B4C7E8CBF}"/>
              </a:ext>
            </a:extLst>
          </p:cNvPr>
          <p:cNvSpPr txBox="1"/>
          <p:nvPr/>
        </p:nvSpPr>
        <p:spPr>
          <a:xfrm>
            <a:off x="187890" y="2505205"/>
            <a:ext cx="2529860" cy="307777"/>
          </a:xfrm>
          <a:prstGeom prst="rect">
            <a:avLst/>
          </a:prstGeom>
          <a:noFill/>
        </p:spPr>
        <p:txBody>
          <a:bodyPr wrap="none" rtlCol="0">
            <a:spAutoFit/>
          </a:bodyPr>
          <a:lstStyle/>
          <a:p>
            <a:r>
              <a:rPr lang="en-US" b="1" dirty="0"/>
              <a:t>For now, is fixed metadata. </a:t>
            </a:r>
            <a:endParaRPr lang="nl-NL" b="1" dirty="0"/>
          </a:p>
        </p:txBody>
      </p:sp>
    </p:spTree>
    <p:extLst>
      <p:ext uri="{BB962C8B-B14F-4D97-AF65-F5344CB8AC3E}">
        <p14:creationId xmlns:p14="http://schemas.microsoft.com/office/powerpoint/2010/main" val="993875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C5B62C75-B93B-0E39-5686-E0D96BF8C1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933AB10-B513-5455-434A-F48A7CC0CF4C}"/>
              </a:ext>
            </a:extLst>
          </p:cNvPr>
          <p:cNvPicPr>
            <a:picLocks noChangeAspect="1"/>
          </p:cNvPicPr>
          <p:nvPr/>
        </p:nvPicPr>
        <p:blipFill>
          <a:blip r:embed="rId3"/>
          <a:stretch>
            <a:fillRect/>
          </a:stretch>
        </p:blipFill>
        <p:spPr>
          <a:xfrm>
            <a:off x="3913931" y="434975"/>
            <a:ext cx="4694337" cy="5961063"/>
          </a:xfrm>
          <a:prstGeom prst="rect">
            <a:avLst/>
          </a:prstGeom>
          <a:noFill/>
          <a:ln>
            <a:noFill/>
          </a:ln>
        </p:spPr>
      </p:pic>
      <p:pic>
        <p:nvPicPr>
          <p:cNvPr id="7" name="Picture 6">
            <a:extLst>
              <a:ext uri="{FF2B5EF4-FFF2-40B4-BE49-F238E27FC236}">
                <a16:creationId xmlns:a16="http://schemas.microsoft.com/office/drawing/2014/main" id="{B4C0E145-64E7-67D6-2D49-11D618947131}"/>
              </a:ext>
            </a:extLst>
          </p:cNvPr>
          <p:cNvPicPr>
            <a:picLocks noChangeAspect="1"/>
          </p:cNvPicPr>
          <p:nvPr/>
        </p:nvPicPr>
        <p:blipFill>
          <a:blip r:embed="rId4"/>
          <a:stretch>
            <a:fillRect/>
          </a:stretch>
        </p:blipFill>
        <p:spPr>
          <a:xfrm>
            <a:off x="8713743" y="951977"/>
            <a:ext cx="3390575" cy="4553211"/>
          </a:xfrm>
          <a:prstGeom prst="rect">
            <a:avLst/>
          </a:prstGeom>
        </p:spPr>
      </p:pic>
      <p:sp>
        <p:nvSpPr>
          <p:cNvPr id="2" name="Rectangle 1">
            <a:extLst>
              <a:ext uri="{FF2B5EF4-FFF2-40B4-BE49-F238E27FC236}">
                <a16:creationId xmlns:a16="http://schemas.microsoft.com/office/drawing/2014/main" id="{F69A700A-0D52-52B2-ED4C-56DC7AAB7FFD}"/>
              </a:ext>
            </a:extLst>
          </p:cNvPr>
          <p:cNvSpPr/>
          <p:nvPr/>
        </p:nvSpPr>
        <p:spPr>
          <a:xfrm>
            <a:off x="6826685" y="4572000"/>
            <a:ext cx="613775" cy="3256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nl-NL"/>
          </a:p>
        </p:txBody>
      </p:sp>
      <p:sp>
        <p:nvSpPr>
          <p:cNvPr id="3" name="Arrow: Right 2">
            <a:extLst>
              <a:ext uri="{FF2B5EF4-FFF2-40B4-BE49-F238E27FC236}">
                <a16:creationId xmlns:a16="http://schemas.microsoft.com/office/drawing/2014/main" id="{475CE7C0-6E40-F75D-6029-4283EF4A3B4A}"/>
              </a:ext>
            </a:extLst>
          </p:cNvPr>
          <p:cNvSpPr/>
          <p:nvPr/>
        </p:nvSpPr>
        <p:spPr>
          <a:xfrm>
            <a:off x="7678455" y="4496843"/>
            <a:ext cx="726509" cy="475989"/>
          </a:xfrm>
          <a:prstGeom prst="right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nl-NL"/>
          </a:p>
        </p:txBody>
      </p:sp>
      <p:sp>
        <p:nvSpPr>
          <p:cNvPr id="4" name="TextBox 3">
            <a:extLst>
              <a:ext uri="{FF2B5EF4-FFF2-40B4-BE49-F238E27FC236}">
                <a16:creationId xmlns:a16="http://schemas.microsoft.com/office/drawing/2014/main" id="{80910015-E18B-0B37-1A59-13413FCD3733}"/>
              </a:ext>
            </a:extLst>
          </p:cNvPr>
          <p:cNvSpPr txBox="1"/>
          <p:nvPr/>
        </p:nvSpPr>
        <p:spPr>
          <a:xfrm>
            <a:off x="187890" y="1114815"/>
            <a:ext cx="2630848" cy="1169551"/>
          </a:xfrm>
          <a:prstGeom prst="rect">
            <a:avLst/>
          </a:prstGeom>
          <a:noFill/>
        </p:spPr>
        <p:txBody>
          <a:bodyPr wrap="none" rtlCol="0">
            <a:spAutoFit/>
          </a:bodyPr>
          <a:lstStyle/>
          <a:p>
            <a:r>
              <a:rPr lang="en-US" dirty="0"/>
              <a:t>Metadata the manifest expose:</a:t>
            </a:r>
          </a:p>
          <a:p>
            <a:pPr marL="285750" indent="-285750">
              <a:buFontTx/>
              <a:buChar char="-"/>
            </a:pPr>
            <a:r>
              <a:rPr lang="en-US" dirty="0"/>
              <a:t>Title</a:t>
            </a:r>
          </a:p>
          <a:p>
            <a:pPr marL="285750" indent="-285750">
              <a:buFontTx/>
              <a:buChar char="-"/>
            </a:pPr>
            <a:r>
              <a:rPr lang="en-US" dirty="0"/>
              <a:t>Authors</a:t>
            </a:r>
          </a:p>
          <a:p>
            <a:pPr marL="285750" indent="-285750">
              <a:buFontTx/>
              <a:buChar char="-"/>
            </a:pPr>
            <a:r>
              <a:rPr lang="en-US" dirty="0"/>
              <a:t>Description</a:t>
            </a:r>
          </a:p>
          <a:p>
            <a:endParaRPr lang="nl-NL" dirty="0"/>
          </a:p>
        </p:txBody>
      </p:sp>
      <p:sp>
        <p:nvSpPr>
          <p:cNvPr id="6" name="TextBox 5">
            <a:extLst>
              <a:ext uri="{FF2B5EF4-FFF2-40B4-BE49-F238E27FC236}">
                <a16:creationId xmlns:a16="http://schemas.microsoft.com/office/drawing/2014/main" id="{657CBCDB-254C-AEAB-ACF0-DD72E292D66F}"/>
              </a:ext>
            </a:extLst>
          </p:cNvPr>
          <p:cNvSpPr txBox="1"/>
          <p:nvPr/>
        </p:nvSpPr>
        <p:spPr>
          <a:xfrm>
            <a:off x="187890" y="2505205"/>
            <a:ext cx="2529860" cy="307777"/>
          </a:xfrm>
          <a:prstGeom prst="rect">
            <a:avLst/>
          </a:prstGeom>
          <a:noFill/>
        </p:spPr>
        <p:txBody>
          <a:bodyPr wrap="none" rtlCol="0">
            <a:spAutoFit/>
          </a:bodyPr>
          <a:lstStyle/>
          <a:p>
            <a:r>
              <a:rPr lang="en-US" b="1" dirty="0"/>
              <a:t>For now, is fixed metadata. </a:t>
            </a:r>
            <a:endParaRPr lang="nl-NL" b="1" dirty="0"/>
          </a:p>
        </p:txBody>
      </p:sp>
      <p:sp>
        <p:nvSpPr>
          <p:cNvPr id="10" name="TextBox 9">
            <a:extLst>
              <a:ext uri="{FF2B5EF4-FFF2-40B4-BE49-F238E27FC236}">
                <a16:creationId xmlns:a16="http://schemas.microsoft.com/office/drawing/2014/main" id="{55C6EA4F-DFA7-01AA-BCA0-32E59D45445B}"/>
              </a:ext>
            </a:extLst>
          </p:cNvPr>
          <p:cNvSpPr txBox="1"/>
          <p:nvPr/>
        </p:nvSpPr>
        <p:spPr>
          <a:xfrm>
            <a:off x="187890" y="3703785"/>
            <a:ext cx="2830882" cy="2062103"/>
          </a:xfrm>
          <a:prstGeom prst="rect">
            <a:avLst/>
          </a:prstGeom>
          <a:noFill/>
        </p:spPr>
        <p:txBody>
          <a:bodyPr wrap="square" rtlCol="0">
            <a:spAutoFit/>
          </a:bodyPr>
          <a:lstStyle/>
          <a:p>
            <a:r>
              <a:rPr lang="en-US" sz="1600" dirty="0">
                <a:solidFill>
                  <a:schemeClr val="accent2">
                    <a:lumMod val="75000"/>
                  </a:schemeClr>
                </a:solidFill>
              </a:rPr>
              <a:t>However, this may limit the impact of the reuse of that dataset :  </a:t>
            </a:r>
          </a:p>
          <a:p>
            <a:endParaRPr lang="en-US" sz="1600" dirty="0">
              <a:solidFill>
                <a:schemeClr val="accent2">
                  <a:lumMod val="75000"/>
                </a:schemeClr>
              </a:solidFill>
            </a:endParaRPr>
          </a:p>
          <a:p>
            <a:r>
              <a:rPr lang="en-US" sz="1600" b="1" dirty="0">
                <a:solidFill>
                  <a:schemeClr val="tx1">
                    <a:lumMod val="50000"/>
                  </a:schemeClr>
                </a:solidFill>
              </a:rPr>
              <a:t>What if the manifest can expose all available metadata, based on the “reuser” needs? </a:t>
            </a:r>
            <a:endParaRPr lang="nl-NL" sz="1600" b="1" dirty="0">
              <a:solidFill>
                <a:schemeClr val="tx1">
                  <a:lumMod val="50000"/>
                </a:schemeClr>
              </a:solidFill>
            </a:endParaRPr>
          </a:p>
        </p:txBody>
      </p:sp>
    </p:spTree>
    <p:extLst>
      <p:ext uri="{BB962C8B-B14F-4D97-AF65-F5344CB8AC3E}">
        <p14:creationId xmlns:p14="http://schemas.microsoft.com/office/powerpoint/2010/main" val="3173371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CA9E6369-76CA-2A65-04E6-AAD89A986931}"/>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07A2488C-6C0F-07E0-E788-DF98931F7AC4}"/>
              </a:ext>
            </a:extLst>
          </p:cNvPr>
          <p:cNvSpPr/>
          <p:nvPr/>
        </p:nvSpPr>
        <p:spPr>
          <a:xfrm>
            <a:off x="611925" y="650022"/>
            <a:ext cx="10968150" cy="708779"/>
          </a:xfrm>
          <a:prstGeom prst="rect">
            <a:avLst/>
          </a:prstGeom>
          <a:noFill/>
          <a:ln/>
        </p:spPr>
        <p:txBody>
          <a:bodyPr wrap="none" lIns="0" tIns="0" rIns="0" bIns="0" rtlCol="0" anchor="t"/>
          <a:lstStyle/>
          <a:p>
            <a:pPr marL="0" indent="0" algn="l">
              <a:lnSpc>
                <a:spcPts val="5550"/>
              </a:lnSpc>
              <a:buNone/>
            </a:pPr>
            <a:r>
              <a:rPr lang="en-US" sz="4000" dirty="0">
                <a:solidFill>
                  <a:srgbClr val="000000"/>
                </a:solidFill>
                <a:latin typeface="Inter Bold" pitchFamily="34" charset="0"/>
                <a:ea typeface="Inter Bold" pitchFamily="34" charset="-122"/>
                <a:cs typeface="Inter Bold" pitchFamily="34" charset="-120"/>
              </a:rPr>
              <a:t>Use Case 1: Enrich Manifests </a:t>
            </a:r>
            <a:r>
              <a:rPr lang="en-US" sz="4000" dirty="0">
                <a:latin typeface="Inter Bold" pitchFamily="34" charset="0"/>
                <a:ea typeface="Inter Bold" pitchFamily="34" charset="-122"/>
                <a:cs typeface="Inter Bold" pitchFamily="34" charset="-120"/>
              </a:rPr>
              <a:t>a</a:t>
            </a:r>
            <a:r>
              <a:rPr lang="en-US" sz="4000" dirty="0">
                <a:solidFill>
                  <a:srgbClr val="000000"/>
                </a:solidFill>
                <a:latin typeface="Inter Bold" pitchFamily="34" charset="0"/>
                <a:ea typeface="Inter Bold" pitchFamily="34" charset="-122"/>
                <a:cs typeface="Inter Bold" pitchFamily="34" charset="-120"/>
              </a:rPr>
              <a:t>fter </a:t>
            </a:r>
            <a:r>
              <a:rPr lang="en-US" sz="4000" dirty="0">
                <a:latin typeface="Inter Bold" pitchFamily="34" charset="0"/>
                <a:ea typeface="Inter Bold" pitchFamily="34" charset="-122"/>
                <a:cs typeface="Inter Bold" pitchFamily="34" charset="-120"/>
              </a:rPr>
              <a:t>d</a:t>
            </a:r>
            <a:r>
              <a:rPr lang="en-US" sz="4000" dirty="0">
                <a:solidFill>
                  <a:srgbClr val="000000"/>
                </a:solidFill>
                <a:latin typeface="Inter Bold" pitchFamily="34" charset="0"/>
                <a:ea typeface="Inter Bold" pitchFamily="34" charset="-122"/>
                <a:cs typeface="Inter Bold" pitchFamily="34" charset="-120"/>
              </a:rPr>
              <a:t>eposition</a:t>
            </a:r>
            <a:endParaRPr lang="en-US" sz="4000" dirty="0"/>
          </a:p>
        </p:txBody>
      </p:sp>
      <p:grpSp>
        <p:nvGrpSpPr>
          <p:cNvPr id="30" name="Group 29">
            <a:extLst>
              <a:ext uri="{FF2B5EF4-FFF2-40B4-BE49-F238E27FC236}">
                <a16:creationId xmlns:a16="http://schemas.microsoft.com/office/drawing/2014/main" id="{A4B5B52E-37D9-1539-F976-90686D286A6E}"/>
              </a:ext>
            </a:extLst>
          </p:cNvPr>
          <p:cNvGrpSpPr/>
          <p:nvPr/>
        </p:nvGrpSpPr>
        <p:grpSpPr>
          <a:xfrm>
            <a:off x="292749" y="1991720"/>
            <a:ext cx="6379607" cy="1953340"/>
            <a:chOff x="292749" y="1991720"/>
            <a:chExt cx="6379607" cy="1953340"/>
          </a:xfrm>
        </p:grpSpPr>
        <p:pic>
          <p:nvPicPr>
            <p:cNvPr id="23" name="Image 0" descr="preencoded.png">
              <a:extLst>
                <a:ext uri="{FF2B5EF4-FFF2-40B4-BE49-F238E27FC236}">
                  <a16:creationId xmlns:a16="http://schemas.microsoft.com/office/drawing/2014/main" id="{F1D17B4A-9D4D-A0DD-F402-C109D2E132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749" y="1991720"/>
              <a:ext cx="453628" cy="453628"/>
            </a:xfrm>
            <a:prstGeom prst="rect">
              <a:avLst/>
            </a:prstGeom>
          </p:spPr>
        </p:pic>
        <p:sp>
          <p:nvSpPr>
            <p:cNvPr id="24" name="Text 2">
              <a:extLst>
                <a:ext uri="{FF2B5EF4-FFF2-40B4-BE49-F238E27FC236}">
                  <a16:creationId xmlns:a16="http://schemas.microsoft.com/office/drawing/2014/main" id="{9D35D16C-93DB-3A43-7813-3A1041FFC502}"/>
                </a:ext>
              </a:extLst>
            </p:cNvPr>
            <p:cNvSpPr/>
            <p:nvPr/>
          </p:nvSpPr>
          <p:spPr>
            <a:xfrm>
              <a:off x="292749" y="2728836"/>
              <a:ext cx="333779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User-Defined enrichment</a:t>
              </a:r>
              <a:endParaRPr lang="en-US" sz="2200" dirty="0"/>
            </a:p>
          </p:txBody>
        </p:sp>
        <p:sp>
          <p:nvSpPr>
            <p:cNvPr id="25" name="Text 3">
              <a:extLst>
                <a:ext uri="{FF2B5EF4-FFF2-40B4-BE49-F238E27FC236}">
                  <a16:creationId xmlns:a16="http://schemas.microsoft.com/office/drawing/2014/main" id="{CBE58AFC-C9D5-E12A-B946-0958616B8832}"/>
                </a:ext>
              </a:extLst>
            </p:cNvPr>
            <p:cNvSpPr/>
            <p:nvPr/>
          </p:nvSpPr>
          <p:spPr>
            <a:xfrm>
              <a:off x="292749" y="3219255"/>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Researchers inject domain-specific metadata fields at reuse time, not at deposition.</a:t>
              </a:r>
              <a:endParaRPr lang="en-US" sz="1750" dirty="0"/>
            </a:p>
          </p:txBody>
        </p:sp>
      </p:grpSp>
    </p:spTree>
    <p:extLst>
      <p:ext uri="{BB962C8B-B14F-4D97-AF65-F5344CB8AC3E}">
        <p14:creationId xmlns:p14="http://schemas.microsoft.com/office/powerpoint/2010/main" val="3256109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EFBA3246-8562-FD12-60C7-A2E7E30BA107}"/>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8E7CEC75-EB88-D4AE-7065-2A1ADDF4E584}"/>
              </a:ext>
            </a:extLst>
          </p:cNvPr>
          <p:cNvSpPr/>
          <p:nvPr/>
        </p:nvSpPr>
        <p:spPr>
          <a:xfrm>
            <a:off x="611925" y="650022"/>
            <a:ext cx="10968150" cy="708779"/>
          </a:xfrm>
          <a:prstGeom prst="rect">
            <a:avLst/>
          </a:prstGeom>
          <a:noFill/>
          <a:ln/>
        </p:spPr>
        <p:txBody>
          <a:bodyPr wrap="none" lIns="0" tIns="0" rIns="0" bIns="0" rtlCol="0" anchor="t"/>
          <a:lstStyle/>
          <a:p>
            <a:pPr marL="0" indent="0" algn="l">
              <a:lnSpc>
                <a:spcPts val="5550"/>
              </a:lnSpc>
              <a:buNone/>
            </a:pPr>
            <a:r>
              <a:rPr lang="en-US" sz="4000" dirty="0">
                <a:solidFill>
                  <a:srgbClr val="000000"/>
                </a:solidFill>
                <a:latin typeface="Inter Bold" pitchFamily="34" charset="0"/>
                <a:ea typeface="Inter Bold" pitchFamily="34" charset="-122"/>
                <a:cs typeface="Inter Bold" pitchFamily="34" charset="-120"/>
              </a:rPr>
              <a:t>Use Case 1: Enrich Manifests </a:t>
            </a:r>
            <a:r>
              <a:rPr lang="en-US" sz="4000" dirty="0">
                <a:latin typeface="Inter Bold" pitchFamily="34" charset="0"/>
                <a:ea typeface="Inter Bold" pitchFamily="34" charset="-122"/>
                <a:cs typeface="Inter Bold" pitchFamily="34" charset="-120"/>
              </a:rPr>
              <a:t>a</a:t>
            </a:r>
            <a:r>
              <a:rPr lang="en-US" sz="4000" dirty="0">
                <a:solidFill>
                  <a:srgbClr val="000000"/>
                </a:solidFill>
                <a:latin typeface="Inter Bold" pitchFamily="34" charset="0"/>
                <a:ea typeface="Inter Bold" pitchFamily="34" charset="-122"/>
                <a:cs typeface="Inter Bold" pitchFamily="34" charset="-120"/>
              </a:rPr>
              <a:t>fter </a:t>
            </a:r>
            <a:r>
              <a:rPr lang="en-US" sz="4000" dirty="0">
                <a:latin typeface="Inter Bold" pitchFamily="34" charset="0"/>
                <a:ea typeface="Inter Bold" pitchFamily="34" charset="-122"/>
                <a:cs typeface="Inter Bold" pitchFamily="34" charset="-120"/>
              </a:rPr>
              <a:t>d</a:t>
            </a:r>
            <a:r>
              <a:rPr lang="en-US" sz="4000" dirty="0">
                <a:solidFill>
                  <a:srgbClr val="000000"/>
                </a:solidFill>
                <a:latin typeface="Inter Bold" pitchFamily="34" charset="0"/>
                <a:ea typeface="Inter Bold" pitchFamily="34" charset="-122"/>
                <a:cs typeface="Inter Bold" pitchFamily="34" charset="-120"/>
              </a:rPr>
              <a:t>eposition</a:t>
            </a:r>
            <a:endParaRPr lang="en-US" sz="4000" dirty="0"/>
          </a:p>
        </p:txBody>
      </p:sp>
      <p:pic>
        <p:nvPicPr>
          <p:cNvPr id="23" name="Image 0" descr="preencoded.png">
            <a:extLst>
              <a:ext uri="{FF2B5EF4-FFF2-40B4-BE49-F238E27FC236}">
                <a16:creationId xmlns:a16="http://schemas.microsoft.com/office/drawing/2014/main" id="{C256AE90-06DF-300C-F48A-CBB9006D18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2749" y="1991720"/>
            <a:ext cx="453628" cy="453628"/>
          </a:xfrm>
          <a:prstGeom prst="rect">
            <a:avLst/>
          </a:prstGeom>
        </p:spPr>
      </p:pic>
      <p:sp>
        <p:nvSpPr>
          <p:cNvPr id="24" name="Text 2">
            <a:extLst>
              <a:ext uri="{FF2B5EF4-FFF2-40B4-BE49-F238E27FC236}">
                <a16:creationId xmlns:a16="http://schemas.microsoft.com/office/drawing/2014/main" id="{B5561A13-ABD1-551B-858D-15A1F8C6950F}"/>
              </a:ext>
            </a:extLst>
          </p:cNvPr>
          <p:cNvSpPr/>
          <p:nvPr/>
        </p:nvSpPr>
        <p:spPr>
          <a:xfrm>
            <a:off x="292749" y="2728836"/>
            <a:ext cx="333779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User-Defined enrichment</a:t>
            </a:r>
            <a:endParaRPr lang="en-US" sz="2200" dirty="0"/>
          </a:p>
        </p:txBody>
      </p:sp>
      <p:sp>
        <p:nvSpPr>
          <p:cNvPr id="25" name="Text 3">
            <a:extLst>
              <a:ext uri="{FF2B5EF4-FFF2-40B4-BE49-F238E27FC236}">
                <a16:creationId xmlns:a16="http://schemas.microsoft.com/office/drawing/2014/main" id="{1AA5BE11-AD67-D7F2-821F-4CAD4D8B70EC}"/>
              </a:ext>
            </a:extLst>
          </p:cNvPr>
          <p:cNvSpPr/>
          <p:nvPr/>
        </p:nvSpPr>
        <p:spPr>
          <a:xfrm>
            <a:off x="180015" y="3158387"/>
            <a:ext cx="6379607" cy="725805"/>
          </a:xfrm>
          <a:prstGeom prst="rect">
            <a:avLst/>
          </a:prstGeom>
          <a:noFill/>
          <a:ln/>
        </p:spPr>
        <p:txBody>
          <a:bodyPr wrap="square" lIns="0" tIns="0" rIns="0" bIns="0" rtlCol="0" anchor="t"/>
          <a:lstStyle/>
          <a:p>
            <a:pPr>
              <a:lnSpc>
                <a:spcPts val="2850"/>
              </a:lnSpc>
            </a:pPr>
            <a:r>
              <a:rPr lang="en-US" sz="1750" dirty="0">
                <a:solidFill>
                  <a:srgbClr val="272525"/>
                </a:solidFill>
                <a:latin typeface="Inter" pitchFamily="34" charset="0"/>
                <a:ea typeface="Inter" pitchFamily="34" charset="-122"/>
              </a:rPr>
              <a:t>Re-users can select which metadata fields they would like to add in the manifest.</a:t>
            </a:r>
            <a:endParaRPr lang="en-US" sz="1750" dirty="0"/>
          </a:p>
        </p:txBody>
      </p:sp>
      <p:grpSp>
        <p:nvGrpSpPr>
          <p:cNvPr id="29" name="Group 28">
            <a:extLst>
              <a:ext uri="{FF2B5EF4-FFF2-40B4-BE49-F238E27FC236}">
                <a16:creationId xmlns:a16="http://schemas.microsoft.com/office/drawing/2014/main" id="{018CA16A-3CF3-E34C-6791-45DDF00E1E7F}"/>
              </a:ext>
            </a:extLst>
          </p:cNvPr>
          <p:cNvGrpSpPr/>
          <p:nvPr/>
        </p:nvGrpSpPr>
        <p:grpSpPr>
          <a:xfrm>
            <a:off x="5812274" y="4423740"/>
            <a:ext cx="6379726" cy="1953339"/>
            <a:chOff x="6955843" y="4398688"/>
            <a:chExt cx="6379726" cy="1953339"/>
          </a:xfrm>
        </p:grpSpPr>
        <p:pic>
          <p:nvPicPr>
            <p:cNvPr id="26" name="Image 3" descr="preencoded.png">
              <a:extLst>
                <a:ext uri="{FF2B5EF4-FFF2-40B4-BE49-F238E27FC236}">
                  <a16:creationId xmlns:a16="http://schemas.microsoft.com/office/drawing/2014/main" id="{8625166D-B673-AECC-B527-552C6D766A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55843" y="4398688"/>
              <a:ext cx="453628" cy="453628"/>
            </a:xfrm>
            <a:prstGeom prst="rect">
              <a:avLst/>
            </a:prstGeom>
          </p:spPr>
        </p:pic>
        <p:sp>
          <p:nvSpPr>
            <p:cNvPr id="27" name="Text 8">
              <a:extLst>
                <a:ext uri="{FF2B5EF4-FFF2-40B4-BE49-F238E27FC236}">
                  <a16:creationId xmlns:a16="http://schemas.microsoft.com/office/drawing/2014/main" id="{FE344D66-D43E-2982-CB79-F15E52B2E016}"/>
                </a:ext>
              </a:extLst>
            </p:cNvPr>
            <p:cNvSpPr/>
            <p:nvPr/>
          </p:nvSpPr>
          <p:spPr>
            <a:xfrm>
              <a:off x="6955843" y="5135804"/>
              <a:ext cx="329434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Decoupled Architecture</a:t>
              </a:r>
              <a:endParaRPr lang="en-US" sz="2200" dirty="0"/>
            </a:p>
          </p:txBody>
        </p:sp>
        <p:sp>
          <p:nvSpPr>
            <p:cNvPr id="28" name="Text 9">
              <a:extLst>
                <a:ext uri="{FF2B5EF4-FFF2-40B4-BE49-F238E27FC236}">
                  <a16:creationId xmlns:a16="http://schemas.microsoft.com/office/drawing/2014/main" id="{682DE709-86A6-D067-1FD5-98C7EBEA05AB}"/>
                </a:ext>
              </a:extLst>
            </p:cNvPr>
            <p:cNvSpPr/>
            <p:nvPr/>
          </p:nvSpPr>
          <p:spPr>
            <a:xfrm>
              <a:off x="6955843" y="5626222"/>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repository serves raw manifests; enrichment happens externally without modifying the source.</a:t>
              </a:r>
              <a:endParaRPr lang="en-US" sz="1750" dirty="0"/>
            </a:p>
          </p:txBody>
        </p:sp>
      </p:grpSp>
    </p:spTree>
    <p:extLst>
      <p:ext uri="{BB962C8B-B14F-4D97-AF65-F5344CB8AC3E}">
        <p14:creationId xmlns:p14="http://schemas.microsoft.com/office/powerpoint/2010/main" val="11959329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94A9A9DC-07CC-72FE-FB22-C75510DAE8A4}"/>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50DE990B-2F48-547A-9BF0-BD0DB467A033}"/>
              </a:ext>
            </a:extLst>
          </p:cNvPr>
          <p:cNvSpPr/>
          <p:nvPr/>
        </p:nvSpPr>
        <p:spPr>
          <a:xfrm>
            <a:off x="611925" y="650022"/>
            <a:ext cx="10968150" cy="708779"/>
          </a:xfrm>
          <a:prstGeom prst="rect">
            <a:avLst/>
          </a:prstGeom>
          <a:noFill/>
          <a:ln/>
        </p:spPr>
        <p:txBody>
          <a:bodyPr wrap="none" lIns="0" tIns="0" rIns="0" bIns="0" rtlCol="0" anchor="t"/>
          <a:lstStyle/>
          <a:p>
            <a:pPr marL="0" indent="0" algn="l">
              <a:lnSpc>
                <a:spcPts val="5550"/>
              </a:lnSpc>
              <a:buNone/>
            </a:pPr>
            <a:r>
              <a:rPr lang="en-US" sz="4000" dirty="0">
                <a:solidFill>
                  <a:srgbClr val="000000"/>
                </a:solidFill>
                <a:latin typeface="Inter Bold" pitchFamily="34" charset="0"/>
                <a:ea typeface="Inter Bold" pitchFamily="34" charset="-122"/>
                <a:cs typeface="Inter Bold" pitchFamily="34" charset="-120"/>
              </a:rPr>
              <a:t>Use Case 1: Enrich Manifests </a:t>
            </a:r>
            <a:r>
              <a:rPr lang="en-US" sz="4000" dirty="0">
                <a:latin typeface="Inter Bold" pitchFamily="34" charset="0"/>
                <a:ea typeface="Inter Bold" pitchFamily="34" charset="-122"/>
                <a:cs typeface="Inter Bold" pitchFamily="34" charset="-120"/>
              </a:rPr>
              <a:t>a</a:t>
            </a:r>
            <a:r>
              <a:rPr lang="en-US" sz="4000" dirty="0">
                <a:solidFill>
                  <a:srgbClr val="000000"/>
                </a:solidFill>
                <a:latin typeface="Inter Bold" pitchFamily="34" charset="0"/>
                <a:ea typeface="Inter Bold" pitchFamily="34" charset="-122"/>
                <a:cs typeface="Inter Bold" pitchFamily="34" charset="-120"/>
              </a:rPr>
              <a:t>fter </a:t>
            </a:r>
            <a:r>
              <a:rPr lang="en-US" sz="4000" dirty="0">
                <a:latin typeface="Inter Bold" pitchFamily="34" charset="0"/>
                <a:ea typeface="Inter Bold" pitchFamily="34" charset="-122"/>
                <a:cs typeface="Inter Bold" pitchFamily="34" charset="-120"/>
              </a:rPr>
              <a:t>d</a:t>
            </a:r>
            <a:r>
              <a:rPr lang="en-US" sz="4000" dirty="0">
                <a:solidFill>
                  <a:srgbClr val="000000"/>
                </a:solidFill>
                <a:latin typeface="Inter Bold" pitchFamily="34" charset="0"/>
                <a:ea typeface="Inter Bold" pitchFamily="34" charset="-122"/>
                <a:cs typeface="Inter Bold" pitchFamily="34" charset="-120"/>
              </a:rPr>
              <a:t>eposition</a:t>
            </a:r>
            <a:endParaRPr lang="en-US" sz="4000" dirty="0"/>
          </a:p>
        </p:txBody>
      </p:sp>
      <p:pic>
        <p:nvPicPr>
          <p:cNvPr id="3" name="Picture 2">
            <a:extLst>
              <a:ext uri="{FF2B5EF4-FFF2-40B4-BE49-F238E27FC236}">
                <a16:creationId xmlns:a16="http://schemas.microsoft.com/office/drawing/2014/main" id="{EB29C96E-44D8-CEB4-3794-8DE21E8C7E0C}"/>
              </a:ext>
            </a:extLst>
          </p:cNvPr>
          <p:cNvPicPr>
            <a:picLocks noChangeAspect="1"/>
          </p:cNvPicPr>
          <p:nvPr/>
        </p:nvPicPr>
        <p:blipFill>
          <a:blip r:embed="rId3"/>
          <a:stretch>
            <a:fillRect/>
          </a:stretch>
        </p:blipFill>
        <p:spPr>
          <a:xfrm>
            <a:off x="0" y="1585503"/>
            <a:ext cx="12192000" cy="3686994"/>
          </a:xfrm>
          <a:prstGeom prst="rect">
            <a:avLst/>
          </a:prstGeom>
        </p:spPr>
      </p:pic>
      <p:sp>
        <p:nvSpPr>
          <p:cNvPr id="4" name="Text 2">
            <a:extLst>
              <a:ext uri="{FF2B5EF4-FFF2-40B4-BE49-F238E27FC236}">
                <a16:creationId xmlns:a16="http://schemas.microsoft.com/office/drawing/2014/main" id="{A8E1D304-081B-191B-4AB5-814A621A55AD}"/>
              </a:ext>
            </a:extLst>
          </p:cNvPr>
          <p:cNvSpPr/>
          <p:nvPr/>
        </p:nvSpPr>
        <p:spPr>
          <a:xfrm>
            <a:off x="104858" y="5499199"/>
            <a:ext cx="333779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Manifest by default</a:t>
            </a:r>
            <a:endParaRPr lang="en-US" sz="2200" dirty="0"/>
          </a:p>
        </p:txBody>
      </p:sp>
      <p:pic>
        <p:nvPicPr>
          <p:cNvPr id="6" name="Picture 5">
            <a:extLst>
              <a:ext uri="{FF2B5EF4-FFF2-40B4-BE49-F238E27FC236}">
                <a16:creationId xmlns:a16="http://schemas.microsoft.com/office/drawing/2014/main" id="{692BAA58-D097-4DC6-33E3-B5DBD3D846BD}"/>
              </a:ext>
            </a:extLst>
          </p:cNvPr>
          <p:cNvPicPr>
            <a:picLocks noChangeAspect="1"/>
          </p:cNvPicPr>
          <p:nvPr/>
        </p:nvPicPr>
        <p:blipFill>
          <a:blip r:embed="rId4"/>
          <a:stretch>
            <a:fillRect/>
          </a:stretch>
        </p:blipFill>
        <p:spPr>
          <a:xfrm>
            <a:off x="7718492" y="1957334"/>
            <a:ext cx="4020111" cy="3315163"/>
          </a:xfrm>
          <a:prstGeom prst="rect">
            <a:avLst/>
          </a:prstGeom>
        </p:spPr>
      </p:pic>
      <p:sp>
        <p:nvSpPr>
          <p:cNvPr id="7" name="TextBox 6">
            <a:extLst>
              <a:ext uri="{FF2B5EF4-FFF2-40B4-BE49-F238E27FC236}">
                <a16:creationId xmlns:a16="http://schemas.microsoft.com/office/drawing/2014/main" id="{F9BEEA0F-35EE-7F96-C5A0-A14CB81F7086}"/>
              </a:ext>
            </a:extLst>
          </p:cNvPr>
          <p:cNvSpPr txBox="1"/>
          <p:nvPr/>
        </p:nvSpPr>
        <p:spPr>
          <a:xfrm>
            <a:off x="9544833" y="3275111"/>
            <a:ext cx="1409360" cy="307777"/>
          </a:xfrm>
          <a:prstGeom prst="rect">
            <a:avLst/>
          </a:prstGeom>
          <a:noFill/>
        </p:spPr>
        <p:txBody>
          <a:bodyPr wrap="none" rtlCol="0">
            <a:spAutoFit/>
          </a:bodyPr>
          <a:lstStyle/>
          <a:p>
            <a:r>
              <a:rPr lang="en-US" dirty="0"/>
              <a:t>Adelaide Island</a:t>
            </a:r>
            <a:endParaRPr lang="nl-NL" dirty="0"/>
          </a:p>
        </p:txBody>
      </p:sp>
    </p:spTree>
    <p:extLst>
      <p:ext uri="{BB962C8B-B14F-4D97-AF65-F5344CB8AC3E}">
        <p14:creationId xmlns:p14="http://schemas.microsoft.com/office/powerpoint/2010/main" val="567967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048AC498-1BFE-14D8-020E-50F340300D44}"/>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7994C751-ACE5-C7F7-3B86-239F93BFD644}"/>
              </a:ext>
            </a:extLst>
          </p:cNvPr>
          <p:cNvSpPr/>
          <p:nvPr/>
        </p:nvSpPr>
        <p:spPr>
          <a:xfrm>
            <a:off x="611925" y="650022"/>
            <a:ext cx="10968150" cy="708779"/>
          </a:xfrm>
          <a:prstGeom prst="rect">
            <a:avLst/>
          </a:prstGeom>
          <a:noFill/>
          <a:ln/>
        </p:spPr>
        <p:txBody>
          <a:bodyPr wrap="none" lIns="0" tIns="0" rIns="0" bIns="0" rtlCol="0" anchor="t"/>
          <a:lstStyle/>
          <a:p>
            <a:pPr marL="0" indent="0" algn="l">
              <a:lnSpc>
                <a:spcPts val="5550"/>
              </a:lnSpc>
              <a:buNone/>
            </a:pPr>
            <a:r>
              <a:rPr lang="en-US" sz="4000" dirty="0">
                <a:solidFill>
                  <a:srgbClr val="000000"/>
                </a:solidFill>
                <a:latin typeface="Inter Bold" pitchFamily="34" charset="0"/>
                <a:ea typeface="Inter Bold" pitchFamily="34" charset="-122"/>
                <a:cs typeface="Inter Bold" pitchFamily="34" charset="-120"/>
              </a:rPr>
              <a:t>Use Case 1: Enrich Manifests </a:t>
            </a:r>
            <a:r>
              <a:rPr lang="en-US" sz="4000" dirty="0">
                <a:latin typeface="Inter Bold" pitchFamily="34" charset="0"/>
                <a:ea typeface="Inter Bold" pitchFamily="34" charset="-122"/>
                <a:cs typeface="Inter Bold" pitchFamily="34" charset="-120"/>
              </a:rPr>
              <a:t>a</a:t>
            </a:r>
            <a:r>
              <a:rPr lang="en-US" sz="4000" dirty="0">
                <a:solidFill>
                  <a:srgbClr val="000000"/>
                </a:solidFill>
                <a:latin typeface="Inter Bold" pitchFamily="34" charset="0"/>
                <a:ea typeface="Inter Bold" pitchFamily="34" charset="-122"/>
                <a:cs typeface="Inter Bold" pitchFamily="34" charset="-120"/>
              </a:rPr>
              <a:t>fter </a:t>
            </a:r>
            <a:r>
              <a:rPr lang="en-US" sz="4000" dirty="0">
                <a:latin typeface="Inter Bold" pitchFamily="34" charset="0"/>
                <a:ea typeface="Inter Bold" pitchFamily="34" charset="-122"/>
                <a:cs typeface="Inter Bold" pitchFamily="34" charset="-120"/>
              </a:rPr>
              <a:t>d</a:t>
            </a:r>
            <a:r>
              <a:rPr lang="en-US" sz="4000" dirty="0">
                <a:solidFill>
                  <a:srgbClr val="000000"/>
                </a:solidFill>
                <a:latin typeface="Inter Bold" pitchFamily="34" charset="0"/>
                <a:ea typeface="Inter Bold" pitchFamily="34" charset="-122"/>
                <a:cs typeface="Inter Bold" pitchFamily="34" charset="-120"/>
              </a:rPr>
              <a:t>eposition</a:t>
            </a:r>
            <a:endParaRPr lang="en-US" sz="4000" dirty="0"/>
          </a:p>
        </p:txBody>
      </p:sp>
      <p:sp>
        <p:nvSpPr>
          <p:cNvPr id="4" name="Text 2">
            <a:extLst>
              <a:ext uri="{FF2B5EF4-FFF2-40B4-BE49-F238E27FC236}">
                <a16:creationId xmlns:a16="http://schemas.microsoft.com/office/drawing/2014/main" id="{ADB17FE2-9ED4-406A-4383-4F1598698D6E}"/>
              </a:ext>
            </a:extLst>
          </p:cNvPr>
          <p:cNvSpPr/>
          <p:nvPr/>
        </p:nvSpPr>
        <p:spPr>
          <a:xfrm>
            <a:off x="104858" y="5776972"/>
            <a:ext cx="4304304" cy="43100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Enriched manifest with extra metadata fields </a:t>
            </a:r>
            <a:endParaRPr lang="en-US" sz="2200" dirty="0"/>
          </a:p>
        </p:txBody>
      </p:sp>
      <p:pic>
        <p:nvPicPr>
          <p:cNvPr id="5" name="Picture 4">
            <a:extLst>
              <a:ext uri="{FF2B5EF4-FFF2-40B4-BE49-F238E27FC236}">
                <a16:creationId xmlns:a16="http://schemas.microsoft.com/office/drawing/2014/main" id="{BA5467DB-5338-AC09-5FF6-C053DF530CFD}"/>
              </a:ext>
            </a:extLst>
          </p:cNvPr>
          <p:cNvPicPr>
            <a:picLocks noChangeAspect="1"/>
          </p:cNvPicPr>
          <p:nvPr/>
        </p:nvPicPr>
        <p:blipFill>
          <a:blip r:embed="rId3"/>
          <a:stretch>
            <a:fillRect/>
          </a:stretch>
        </p:blipFill>
        <p:spPr>
          <a:xfrm>
            <a:off x="104858" y="151070"/>
            <a:ext cx="11566173" cy="5481281"/>
          </a:xfrm>
          <a:prstGeom prst="rect">
            <a:avLst/>
          </a:prstGeom>
        </p:spPr>
      </p:pic>
      <p:pic>
        <p:nvPicPr>
          <p:cNvPr id="7" name="Picture 6">
            <a:extLst>
              <a:ext uri="{FF2B5EF4-FFF2-40B4-BE49-F238E27FC236}">
                <a16:creationId xmlns:a16="http://schemas.microsoft.com/office/drawing/2014/main" id="{A17AD8EC-F992-5751-7B85-8DB30DF0AD8F}"/>
              </a:ext>
            </a:extLst>
          </p:cNvPr>
          <p:cNvPicPr>
            <a:picLocks noChangeAspect="1"/>
          </p:cNvPicPr>
          <p:nvPr/>
        </p:nvPicPr>
        <p:blipFill>
          <a:blip r:embed="rId4"/>
          <a:stretch>
            <a:fillRect/>
          </a:stretch>
        </p:blipFill>
        <p:spPr>
          <a:xfrm>
            <a:off x="7479953" y="1225649"/>
            <a:ext cx="4191078" cy="4004289"/>
          </a:xfrm>
          <a:prstGeom prst="rect">
            <a:avLst/>
          </a:prstGeom>
        </p:spPr>
      </p:pic>
      <p:sp>
        <p:nvSpPr>
          <p:cNvPr id="8" name="TextBox 7">
            <a:extLst>
              <a:ext uri="{FF2B5EF4-FFF2-40B4-BE49-F238E27FC236}">
                <a16:creationId xmlns:a16="http://schemas.microsoft.com/office/drawing/2014/main" id="{432B2FC6-DE77-F0DA-9FAF-E68DB1FCD198}"/>
              </a:ext>
            </a:extLst>
          </p:cNvPr>
          <p:cNvSpPr txBox="1"/>
          <p:nvPr/>
        </p:nvSpPr>
        <p:spPr>
          <a:xfrm>
            <a:off x="9720197" y="2583933"/>
            <a:ext cx="1409360" cy="307777"/>
          </a:xfrm>
          <a:prstGeom prst="rect">
            <a:avLst/>
          </a:prstGeom>
          <a:noFill/>
        </p:spPr>
        <p:txBody>
          <a:bodyPr wrap="none" rtlCol="0">
            <a:spAutoFit/>
          </a:bodyPr>
          <a:lstStyle/>
          <a:p>
            <a:r>
              <a:rPr lang="en-US" dirty="0"/>
              <a:t>Adelaide Island</a:t>
            </a:r>
            <a:endParaRPr lang="nl-NL" dirty="0"/>
          </a:p>
        </p:txBody>
      </p:sp>
    </p:spTree>
    <p:extLst>
      <p:ext uri="{BB962C8B-B14F-4D97-AF65-F5344CB8AC3E}">
        <p14:creationId xmlns:p14="http://schemas.microsoft.com/office/powerpoint/2010/main" val="3840974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6621E564-59B1-5D9E-AE97-8361685EFB09}"/>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792022F7-BA68-DC34-4A7C-3CFD49D186FC}"/>
              </a:ext>
            </a:extLst>
          </p:cNvPr>
          <p:cNvSpPr/>
          <p:nvPr/>
        </p:nvSpPr>
        <p:spPr>
          <a:xfrm>
            <a:off x="611925" y="474658"/>
            <a:ext cx="10968150" cy="1742449"/>
          </a:xfrm>
          <a:prstGeom prst="rect">
            <a:avLst/>
          </a:prstGeom>
          <a:noFill/>
          <a:ln/>
        </p:spPr>
        <p:txBody>
          <a:bodyPr wrap="none" lIns="0" tIns="0" rIns="0" bIns="0" rtlCol="0" anchor="t"/>
          <a:lstStyle/>
          <a:p>
            <a:pPr algn="ctr">
              <a:lnSpc>
                <a:spcPts val="5550"/>
              </a:lnSpc>
            </a:pPr>
            <a:r>
              <a:rPr lang="en-US" sz="4000" dirty="0">
                <a:solidFill>
                  <a:srgbClr val="000000"/>
                </a:solidFill>
                <a:latin typeface="Inter Bold" pitchFamily="34" charset="0"/>
                <a:ea typeface="Inter Bold" pitchFamily="34" charset="-122"/>
                <a:cs typeface="Inter Bold" pitchFamily="34" charset="-120"/>
              </a:rPr>
              <a:t>Use Case 2: </a:t>
            </a:r>
          </a:p>
          <a:p>
            <a:pPr algn="ctr">
              <a:lnSpc>
                <a:spcPts val="5550"/>
              </a:lnSpc>
            </a:pPr>
            <a:r>
              <a:rPr lang="en-US" sz="4000" dirty="0">
                <a:latin typeface="Inter Bold" pitchFamily="34" charset="0"/>
                <a:ea typeface="Inter Bold" pitchFamily="34" charset="-122"/>
              </a:rPr>
              <a:t>IIIF-Enabled On-the-Fly Image Analysis</a:t>
            </a:r>
          </a:p>
          <a:p>
            <a:pPr marL="0" indent="0" algn="ctr">
              <a:lnSpc>
                <a:spcPts val="5550"/>
              </a:lnSpc>
              <a:buNone/>
            </a:pPr>
            <a:endParaRPr lang="en-US" sz="4000" dirty="0"/>
          </a:p>
        </p:txBody>
      </p:sp>
      <p:sp>
        <p:nvSpPr>
          <p:cNvPr id="6" name="Text 3">
            <a:extLst>
              <a:ext uri="{FF2B5EF4-FFF2-40B4-BE49-F238E27FC236}">
                <a16:creationId xmlns:a16="http://schemas.microsoft.com/office/drawing/2014/main" id="{FF2A346D-C489-CCDE-464B-8090373BC689}"/>
              </a:ext>
            </a:extLst>
          </p:cNvPr>
          <p:cNvSpPr/>
          <p:nvPr/>
        </p:nvSpPr>
        <p:spPr>
          <a:xfrm>
            <a:off x="2218234" y="5947572"/>
            <a:ext cx="6298287" cy="272177"/>
          </a:xfrm>
          <a:prstGeom prst="rect">
            <a:avLst/>
          </a:prstGeom>
          <a:noFill/>
          <a:ln/>
        </p:spPr>
        <p:txBody>
          <a:bodyPr wrap="square" lIns="0" tIns="0" rIns="0" bIns="0" rtlCol="0" anchor="t"/>
          <a:lstStyle/>
          <a:p>
            <a:pPr>
              <a:lnSpc>
                <a:spcPts val="1050"/>
              </a:lnSpc>
            </a:pPr>
            <a:r>
              <a:rPr lang="en-US" sz="850" dirty="0">
                <a:solidFill>
                  <a:srgbClr val="000000"/>
                </a:solidFill>
                <a:latin typeface="Inter" pitchFamily="34" charset="0"/>
                <a:ea typeface="Inter" pitchFamily="34" charset="-122"/>
                <a:cs typeface="Inter" pitchFamily="34" charset="-120"/>
              </a:rPr>
              <a:t>.</a:t>
            </a:r>
            <a:endParaRPr lang="en-US" sz="850" dirty="0"/>
          </a:p>
        </p:txBody>
      </p:sp>
    </p:spTree>
    <p:extLst>
      <p:ext uri="{BB962C8B-B14F-4D97-AF65-F5344CB8AC3E}">
        <p14:creationId xmlns:p14="http://schemas.microsoft.com/office/powerpoint/2010/main" val="12193435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FFD6703C-EAB7-5D4E-1A9F-6D81612863CE}"/>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CB273A65-751E-0075-9A52-278DB0F0AFF8}"/>
              </a:ext>
            </a:extLst>
          </p:cNvPr>
          <p:cNvSpPr/>
          <p:nvPr/>
        </p:nvSpPr>
        <p:spPr>
          <a:xfrm>
            <a:off x="611925" y="474658"/>
            <a:ext cx="10968150" cy="1742449"/>
          </a:xfrm>
          <a:prstGeom prst="rect">
            <a:avLst/>
          </a:prstGeom>
          <a:noFill/>
          <a:ln/>
        </p:spPr>
        <p:txBody>
          <a:bodyPr wrap="none" lIns="0" tIns="0" rIns="0" bIns="0" rtlCol="0" anchor="t"/>
          <a:lstStyle/>
          <a:p>
            <a:pPr algn="ctr">
              <a:lnSpc>
                <a:spcPts val="5550"/>
              </a:lnSpc>
            </a:pPr>
            <a:r>
              <a:rPr lang="en-US" sz="4000" dirty="0">
                <a:solidFill>
                  <a:srgbClr val="000000"/>
                </a:solidFill>
                <a:latin typeface="Inter Bold" pitchFamily="34" charset="0"/>
                <a:ea typeface="Inter Bold" pitchFamily="34" charset="-122"/>
                <a:cs typeface="Inter Bold" pitchFamily="34" charset="-120"/>
              </a:rPr>
              <a:t>Use Case 2: </a:t>
            </a:r>
          </a:p>
          <a:p>
            <a:pPr algn="ctr">
              <a:lnSpc>
                <a:spcPts val="5550"/>
              </a:lnSpc>
            </a:pPr>
            <a:r>
              <a:rPr lang="en-US" sz="4000" dirty="0">
                <a:latin typeface="Inter Bold" pitchFamily="34" charset="0"/>
                <a:ea typeface="Inter Bold" pitchFamily="34" charset="-122"/>
              </a:rPr>
              <a:t>IIIF-Enabled On-the-Fly Image Analysis</a:t>
            </a:r>
          </a:p>
          <a:p>
            <a:pPr marL="0" indent="0" algn="ctr">
              <a:lnSpc>
                <a:spcPts val="5550"/>
              </a:lnSpc>
              <a:buNone/>
            </a:pPr>
            <a:endParaRPr lang="en-US" sz="4000" dirty="0"/>
          </a:p>
        </p:txBody>
      </p:sp>
      <p:sp>
        <p:nvSpPr>
          <p:cNvPr id="5" name="TextBox 4">
            <a:extLst>
              <a:ext uri="{FF2B5EF4-FFF2-40B4-BE49-F238E27FC236}">
                <a16:creationId xmlns:a16="http://schemas.microsoft.com/office/drawing/2014/main" id="{DC55FF0E-6552-B9F7-0B04-8FF73AD13F06}"/>
              </a:ext>
            </a:extLst>
          </p:cNvPr>
          <p:cNvSpPr txBox="1"/>
          <p:nvPr/>
        </p:nvSpPr>
        <p:spPr>
          <a:xfrm>
            <a:off x="2914128" y="2447965"/>
            <a:ext cx="6093912" cy="738664"/>
          </a:xfrm>
          <a:prstGeom prst="rect">
            <a:avLst/>
          </a:prstGeom>
          <a:noFill/>
        </p:spPr>
        <p:txBody>
          <a:bodyPr wrap="square">
            <a:spAutoFit/>
          </a:bodyPr>
          <a:lstStyle/>
          <a:p>
            <a:pPr algn="ctr"/>
            <a:r>
              <a:rPr lang="en-US" sz="1400" b="1" dirty="0">
                <a:solidFill>
                  <a:schemeClr val="accent2">
                    <a:lumMod val="75000"/>
                  </a:schemeClr>
                </a:solidFill>
                <a:latin typeface="Inter" pitchFamily="34" charset="0"/>
                <a:ea typeface="Inter" pitchFamily="34" charset="-122"/>
                <a:cs typeface="Inter" pitchFamily="34" charset="-120"/>
              </a:rPr>
              <a:t>Current pain: </a:t>
            </a:r>
          </a:p>
          <a:p>
            <a:pPr algn="ctr"/>
            <a:r>
              <a:rPr lang="en-US" sz="1400" dirty="0">
                <a:solidFill>
                  <a:schemeClr val="accent2">
                    <a:lumMod val="75000"/>
                  </a:schemeClr>
                </a:solidFill>
                <a:latin typeface="Inter" pitchFamily="34" charset="0"/>
                <a:ea typeface="Inter" pitchFamily="34" charset="-122"/>
                <a:cs typeface="Inter" pitchFamily="34" charset="-120"/>
              </a:rPr>
              <a:t>Scientific images are often large, heavy and multi-resolution, so they are technically accessible but not operational usable</a:t>
            </a:r>
            <a:endParaRPr lang="nl-NL" dirty="0">
              <a:solidFill>
                <a:schemeClr val="accent2">
                  <a:lumMod val="75000"/>
                </a:schemeClr>
              </a:solidFill>
            </a:endParaRPr>
          </a:p>
        </p:txBody>
      </p:sp>
      <p:sp>
        <p:nvSpPr>
          <p:cNvPr id="6" name="Text 3">
            <a:extLst>
              <a:ext uri="{FF2B5EF4-FFF2-40B4-BE49-F238E27FC236}">
                <a16:creationId xmlns:a16="http://schemas.microsoft.com/office/drawing/2014/main" id="{CB73C818-3087-2707-D465-09E2DFF57E46}"/>
              </a:ext>
            </a:extLst>
          </p:cNvPr>
          <p:cNvSpPr/>
          <p:nvPr/>
        </p:nvSpPr>
        <p:spPr>
          <a:xfrm>
            <a:off x="2218234" y="5947572"/>
            <a:ext cx="6298287" cy="272177"/>
          </a:xfrm>
          <a:prstGeom prst="rect">
            <a:avLst/>
          </a:prstGeom>
          <a:noFill/>
          <a:ln/>
        </p:spPr>
        <p:txBody>
          <a:bodyPr wrap="square" lIns="0" tIns="0" rIns="0" bIns="0" rtlCol="0" anchor="t"/>
          <a:lstStyle/>
          <a:p>
            <a:pPr>
              <a:lnSpc>
                <a:spcPts val="1050"/>
              </a:lnSpc>
            </a:pPr>
            <a:r>
              <a:rPr lang="en-US" sz="850" dirty="0">
                <a:solidFill>
                  <a:srgbClr val="000000"/>
                </a:solidFill>
                <a:latin typeface="Inter" pitchFamily="34" charset="0"/>
                <a:ea typeface="Inter" pitchFamily="34" charset="-122"/>
                <a:cs typeface="Inter" pitchFamily="34" charset="-120"/>
              </a:rPr>
              <a:t>.</a:t>
            </a:r>
            <a:endParaRPr lang="en-US" sz="850" dirty="0"/>
          </a:p>
        </p:txBody>
      </p:sp>
      <p:grpSp>
        <p:nvGrpSpPr>
          <p:cNvPr id="18" name="Group 17">
            <a:extLst>
              <a:ext uri="{FF2B5EF4-FFF2-40B4-BE49-F238E27FC236}">
                <a16:creationId xmlns:a16="http://schemas.microsoft.com/office/drawing/2014/main" id="{18111ABB-8155-F253-7A05-37C346C7FC26}"/>
              </a:ext>
            </a:extLst>
          </p:cNvPr>
          <p:cNvGrpSpPr/>
          <p:nvPr/>
        </p:nvGrpSpPr>
        <p:grpSpPr>
          <a:xfrm>
            <a:off x="1852873" y="3494088"/>
            <a:ext cx="8216421" cy="398431"/>
            <a:chOff x="300100" y="3513203"/>
            <a:chExt cx="8216421" cy="398431"/>
          </a:xfrm>
        </p:grpSpPr>
        <p:sp>
          <p:nvSpPr>
            <p:cNvPr id="7" name="Shape 4">
              <a:extLst>
                <a:ext uri="{FF2B5EF4-FFF2-40B4-BE49-F238E27FC236}">
                  <a16:creationId xmlns:a16="http://schemas.microsoft.com/office/drawing/2014/main" id="{DBFD36DB-A7AE-DBF5-EF42-BC924E94403A}"/>
                </a:ext>
              </a:extLst>
            </p:cNvPr>
            <p:cNvSpPr/>
            <p:nvPr/>
          </p:nvSpPr>
          <p:spPr>
            <a:xfrm>
              <a:off x="300100" y="3513203"/>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1</a:t>
              </a:r>
              <a:endParaRPr lang="nl-NL" dirty="0">
                <a:latin typeface="Inter" panose="020B0604020202020204" charset="0"/>
                <a:ea typeface="Inter" panose="020B0604020202020204" charset="0"/>
              </a:endParaRPr>
            </a:p>
          </p:txBody>
        </p:sp>
        <p:sp>
          <p:nvSpPr>
            <p:cNvPr id="8" name="Text 6">
              <a:extLst>
                <a:ext uri="{FF2B5EF4-FFF2-40B4-BE49-F238E27FC236}">
                  <a16:creationId xmlns:a16="http://schemas.microsoft.com/office/drawing/2014/main" id="{4D808D03-C135-BF38-5EDC-B140326420CB}"/>
                </a:ext>
              </a:extLst>
            </p:cNvPr>
            <p:cNvSpPr/>
            <p:nvPr/>
          </p:nvSpPr>
          <p:spPr>
            <a:xfrm>
              <a:off x="684566" y="3634368"/>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Discover dataset</a:t>
              </a:r>
              <a:endParaRPr lang="en-US" sz="1100" dirty="0"/>
            </a:p>
          </p:txBody>
        </p:sp>
        <p:sp>
          <p:nvSpPr>
            <p:cNvPr id="10" name="Text 9">
              <a:extLst>
                <a:ext uri="{FF2B5EF4-FFF2-40B4-BE49-F238E27FC236}">
                  <a16:creationId xmlns:a16="http://schemas.microsoft.com/office/drawing/2014/main" id="{C5C6C82C-0594-AFC1-FF31-36351C0559BC}"/>
                </a:ext>
              </a:extLst>
            </p:cNvPr>
            <p:cNvSpPr/>
            <p:nvPr/>
          </p:nvSpPr>
          <p:spPr>
            <a:xfrm>
              <a:off x="2579101" y="3634368"/>
              <a:ext cx="2026444"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Download files (GB–TB scale)</a:t>
              </a:r>
              <a:endParaRPr lang="en-US" sz="1100" dirty="0"/>
            </a:p>
          </p:txBody>
        </p:sp>
        <p:sp>
          <p:nvSpPr>
            <p:cNvPr id="12" name="Text 12">
              <a:extLst>
                <a:ext uri="{FF2B5EF4-FFF2-40B4-BE49-F238E27FC236}">
                  <a16:creationId xmlns:a16="http://schemas.microsoft.com/office/drawing/2014/main" id="{5038655D-E766-2387-C78F-DF78357FBE67}"/>
                </a:ext>
              </a:extLst>
            </p:cNvPr>
            <p:cNvSpPr/>
            <p:nvPr/>
          </p:nvSpPr>
          <p:spPr>
            <a:xfrm>
              <a:off x="5243240" y="3634368"/>
              <a:ext cx="984022"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Store locally</a:t>
              </a:r>
              <a:endParaRPr lang="en-US" sz="1100" dirty="0"/>
            </a:p>
          </p:txBody>
        </p:sp>
        <p:sp>
          <p:nvSpPr>
            <p:cNvPr id="14" name="Text 15">
              <a:extLst>
                <a:ext uri="{FF2B5EF4-FFF2-40B4-BE49-F238E27FC236}">
                  <a16:creationId xmlns:a16="http://schemas.microsoft.com/office/drawing/2014/main" id="{6784A182-9EA3-AC1E-BA53-41858F3159E3}"/>
                </a:ext>
              </a:extLst>
            </p:cNvPr>
            <p:cNvSpPr/>
            <p:nvPr/>
          </p:nvSpPr>
          <p:spPr>
            <a:xfrm>
              <a:off x="6894890" y="3634367"/>
              <a:ext cx="1621631"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Load into analysis tools</a:t>
              </a:r>
              <a:endParaRPr lang="en-US" sz="1100" dirty="0"/>
            </a:p>
          </p:txBody>
        </p:sp>
        <p:sp>
          <p:nvSpPr>
            <p:cNvPr id="15" name="Shape 4">
              <a:extLst>
                <a:ext uri="{FF2B5EF4-FFF2-40B4-BE49-F238E27FC236}">
                  <a16:creationId xmlns:a16="http://schemas.microsoft.com/office/drawing/2014/main" id="{F3E13FBA-4698-5469-C833-4F70AFA0D18E}"/>
                </a:ext>
              </a:extLst>
            </p:cNvPr>
            <p:cNvSpPr/>
            <p:nvPr/>
          </p:nvSpPr>
          <p:spPr>
            <a:xfrm>
              <a:off x="2102124" y="3543136"/>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2</a:t>
              </a:r>
              <a:endParaRPr lang="nl-NL" dirty="0">
                <a:latin typeface="Inter" panose="020B0604020202020204" charset="0"/>
                <a:ea typeface="Inter" panose="020B0604020202020204" charset="0"/>
              </a:endParaRPr>
            </a:p>
          </p:txBody>
        </p:sp>
        <p:sp>
          <p:nvSpPr>
            <p:cNvPr id="16" name="Shape 4">
              <a:extLst>
                <a:ext uri="{FF2B5EF4-FFF2-40B4-BE49-F238E27FC236}">
                  <a16:creationId xmlns:a16="http://schemas.microsoft.com/office/drawing/2014/main" id="{D1E8D47B-A721-6E42-7385-A08A1FC81B1E}"/>
                </a:ext>
              </a:extLst>
            </p:cNvPr>
            <p:cNvSpPr/>
            <p:nvPr/>
          </p:nvSpPr>
          <p:spPr>
            <a:xfrm>
              <a:off x="4818633" y="3526378"/>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3</a:t>
              </a:r>
              <a:endParaRPr lang="nl-NL" dirty="0">
                <a:latin typeface="Inter" panose="020B0604020202020204" charset="0"/>
                <a:ea typeface="Inter" panose="020B0604020202020204" charset="0"/>
              </a:endParaRPr>
            </a:p>
          </p:txBody>
        </p:sp>
        <p:sp>
          <p:nvSpPr>
            <p:cNvPr id="17" name="Shape 4">
              <a:extLst>
                <a:ext uri="{FF2B5EF4-FFF2-40B4-BE49-F238E27FC236}">
                  <a16:creationId xmlns:a16="http://schemas.microsoft.com/office/drawing/2014/main" id="{2C506734-1C7D-A69C-C5D0-B463DC747582}"/>
                </a:ext>
              </a:extLst>
            </p:cNvPr>
            <p:cNvSpPr/>
            <p:nvPr/>
          </p:nvSpPr>
          <p:spPr>
            <a:xfrm>
              <a:off x="6464744" y="3525927"/>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4</a:t>
              </a:r>
              <a:endParaRPr lang="nl-NL" dirty="0">
                <a:latin typeface="Inter" panose="020B0604020202020204" charset="0"/>
                <a:ea typeface="Inter" panose="020B0604020202020204" charset="0"/>
              </a:endParaRPr>
            </a:p>
          </p:txBody>
        </p:sp>
      </p:grpSp>
    </p:spTree>
    <p:extLst>
      <p:ext uri="{BB962C8B-B14F-4D97-AF65-F5344CB8AC3E}">
        <p14:creationId xmlns:p14="http://schemas.microsoft.com/office/powerpoint/2010/main" val="2793174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414FEE0D-206F-BD79-F512-4D77E9140F93}"/>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67607E87-999C-0308-FA79-13D6940F2F3D}"/>
              </a:ext>
            </a:extLst>
          </p:cNvPr>
          <p:cNvSpPr/>
          <p:nvPr/>
        </p:nvSpPr>
        <p:spPr>
          <a:xfrm>
            <a:off x="611925" y="474658"/>
            <a:ext cx="10968150" cy="1742449"/>
          </a:xfrm>
          <a:prstGeom prst="rect">
            <a:avLst/>
          </a:prstGeom>
          <a:noFill/>
          <a:ln/>
        </p:spPr>
        <p:txBody>
          <a:bodyPr wrap="none" lIns="0" tIns="0" rIns="0" bIns="0" rtlCol="0" anchor="t"/>
          <a:lstStyle/>
          <a:p>
            <a:pPr algn="ctr">
              <a:lnSpc>
                <a:spcPts val="5550"/>
              </a:lnSpc>
            </a:pPr>
            <a:r>
              <a:rPr lang="en-US" sz="4000" dirty="0">
                <a:solidFill>
                  <a:srgbClr val="000000"/>
                </a:solidFill>
                <a:latin typeface="Inter Bold" pitchFamily="34" charset="0"/>
                <a:ea typeface="Inter Bold" pitchFamily="34" charset="-122"/>
                <a:cs typeface="Inter Bold" pitchFamily="34" charset="-120"/>
              </a:rPr>
              <a:t>Use Case 2: </a:t>
            </a:r>
          </a:p>
          <a:p>
            <a:pPr algn="ctr">
              <a:lnSpc>
                <a:spcPts val="5550"/>
              </a:lnSpc>
            </a:pPr>
            <a:r>
              <a:rPr lang="en-US" sz="4000" dirty="0">
                <a:latin typeface="Inter Bold" pitchFamily="34" charset="0"/>
                <a:ea typeface="Inter Bold" pitchFamily="34" charset="-122"/>
              </a:rPr>
              <a:t>IIIF-Enabled On-the-Fly Image Analysis</a:t>
            </a:r>
          </a:p>
          <a:p>
            <a:pPr marL="0" indent="0" algn="ctr">
              <a:lnSpc>
                <a:spcPts val="5550"/>
              </a:lnSpc>
              <a:buNone/>
            </a:pPr>
            <a:endParaRPr lang="en-US" sz="4000" dirty="0"/>
          </a:p>
        </p:txBody>
      </p:sp>
      <p:sp>
        <p:nvSpPr>
          <p:cNvPr id="5" name="TextBox 4">
            <a:extLst>
              <a:ext uri="{FF2B5EF4-FFF2-40B4-BE49-F238E27FC236}">
                <a16:creationId xmlns:a16="http://schemas.microsoft.com/office/drawing/2014/main" id="{8C38605E-8F72-DE63-839B-C2F49D5CF9B8}"/>
              </a:ext>
            </a:extLst>
          </p:cNvPr>
          <p:cNvSpPr txBox="1"/>
          <p:nvPr/>
        </p:nvSpPr>
        <p:spPr>
          <a:xfrm>
            <a:off x="2914128" y="2447965"/>
            <a:ext cx="6093912" cy="738664"/>
          </a:xfrm>
          <a:prstGeom prst="rect">
            <a:avLst/>
          </a:prstGeom>
          <a:noFill/>
        </p:spPr>
        <p:txBody>
          <a:bodyPr wrap="square">
            <a:spAutoFit/>
          </a:bodyPr>
          <a:lstStyle/>
          <a:p>
            <a:pPr algn="ctr"/>
            <a:r>
              <a:rPr lang="en-US" sz="1400" b="1" dirty="0">
                <a:solidFill>
                  <a:schemeClr val="accent2">
                    <a:lumMod val="75000"/>
                  </a:schemeClr>
                </a:solidFill>
                <a:latin typeface="Inter" pitchFamily="34" charset="0"/>
                <a:ea typeface="Inter" pitchFamily="34" charset="-122"/>
                <a:cs typeface="Inter" pitchFamily="34" charset="-120"/>
              </a:rPr>
              <a:t>Current pain: </a:t>
            </a:r>
          </a:p>
          <a:p>
            <a:pPr algn="ctr"/>
            <a:r>
              <a:rPr lang="en-US" sz="1400" dirty="0">
                <a:solidFill>
                  <a:schemeClr val="accent2">
                    <a:lumMod val="75000"/>
                  </a:schemeClr>
                </a:solidFill>
                <a:latin typeface="Inter" pitchFamily="34" charset="0"/>
                <a:ea typeface="Inter" pitchFamily="34" charset="-122"/>
                <a:cs typeface="Inter" pitchFamily="34" charset="-120"/>
              </a:rPr>
              <a:t>Scientific images are often large, heavy and multi-resolution, so they are technically accessible but not operational usable</a:t>
            </a:r>
            <a:endParaRPr lang="nl-NL" dirty="0">
              <a:solidFill>
                <a:schemeClr val="accent2">
                  <a:lumMod val="75000"/>
                </a:schemeClr>
              </a:solidFill>
            </a:endParaRPr>
          </a:p>
        </p:txBody>
      </p:sp>
      <p:grpSp>
        <p:nvGrpSpPr>
          <p:cNvPr id="18" name="Group 17">
            <a:extLst>
              <a:ext uri="{FF2B5EF4-FFF2-40B4-BE49-F238E27FC236}">
                <a16:creationId xmlns:a16="http://schemas.microsoft.com/office/drawing/2014/main" id="{C86F0978-D10B-77B4-E852-FF0715894761}"/>
              </a:ext>
            </a:extLst>
          </p:cNvPr>
          <p:cNvGrpSpPr/>
          <p:nvPr/>
        </p:nvGrpSpPr>
        <p:grpSpPr>
          <a:xfrm>
            <a:off x="1852873" y="3494088"/>
            <a:ext cx="8216421" cy="398431"/>
            <a:chOff x="300100" y="3513203"/>
            <a:chExt cx="8216421" cy="398431"/>
          </a:xfrm>
        </p:grpSpPr>
        <p:sp>
          <p:nvSpPr>
            <p:cNvPr id="7" name="Shape 4">
              <a:extLst>
                <a:ext uri="{FF2B5EF4-FFF2-40B4-BE49-F238E27FC236}">
                  <a16:creationId xmlns:a16="http://schemas.microsoft.com/office/drawing/2014/main" id="{771C88B9-F400-EB64-31EA-B791B9B4FC36}"/>
                </a:ext>
              </a:extLst>
            </p:cNvPr>
            <p:cNvSpPr/>
            <p:nvPr/>
          </p:nvSpPr>
          <p:spPr>
            <a:xfrm>
              <a:off x="300100" y="3513203"/>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1</a:t>
              </a:r>
              <a:endParaRPr lang="nl-NL" dirty="0">
                <a:latin typeface="Inter" panose="020B0604020202020204" charset="0"/>
                <a:ea typeface="Inter" panose="020B0604020202020204" charset="0"/>
              </a:endParaRPr>
            </a:p>
          </p:txBody>
        </p:sp>
        <p:sp>
          <p:nvSpPr>
            <p:cNvPr id="8" name="Text 6">
              <a:extLst>
                <a:ext uri="{FF2B5EF4-FFF2-40B4-BE49-F238E27FC236}">
                  <a16:creationId xmlns:a16="http://schemas.microsoft.com/office/drawing/2014/main" id="{2C4609C1-345A-3A6C-AF64-5B71B679D200}"/>
                </a:ext>
              </a:extLst>
            </p:cNvPr>
            <p:cNvSpPr/>
            <p:nvPr/>
          </p:nvSpPr>
          <p:spPr>
            <a:xfrm>
              <a:off x="684566" y="3634368"/>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Discover dataset</a:t>
              </a:r>
              <a:endParaRPr lang="en-US" sz="1100" dirty="0"/>
            </a:p>
          </p:txBody>
        </p:sp>
        <p:sp>
          <p:nvSpPr>
            <p:cNvPr id="10" name="Text 9">
              <a:extLst>
                <a:ext uri="{FF2B5EF4-FFF2-40B4-BE49-F238E27FC236}">
                  <a16:creationId xmlns:a16="http://schemas.microsoft.com/office/drawing/2014/main" id="{442A4AC2-F529-62BC-C9DF-9C18D5049E3E}"/>
                </a:ext>
              </a:extLst>
            </p:cNvPr>
            <p:cNvSpPr/>
            <p:nvPr/>
          </p:nvSpPr>
          <p:spPr>
            <a:xfrm>
              <a:off x="2579101" y="3634368"/>
              <a:ext cx="2026444"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Download files (GB–TB scale)</a:t>
              </a:r>
              <a:endParaRPr lang="en-US" sz="1100" dirty="0"/>
            </a:p>
          </p:txBody>
        </p:sp>
        <p:sp>
          <p:nvSpPr>
            <p:cNvPr id="12" name="Text 12">
              <a:extLst>
                <a:ext uri="{FF2B5EF4-FFF2-40B4-BE49-F238E27FC236}">
                  <a16:creationId xmlns:a16="http://schemas.microsoft.com/office/drawing/2014/main" id="{AD67B0C5-EB46-EA0B-3FEF-2CF62032057E}"/>
                </a:ext>
              </a:extLst>
            </p:cNvPr>
            <p:cNvSpPr/>
            <p:nvPr/>
          </p:nvSpPr>
          <p:spPr>
            <a:xfrm>
              <a:off x="5243240" y="3634368"/>
              <a:ext cx="984022"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Store locally</a:t>
              </a:r>
              <a:endParaRPr lang="en-US" sz="1100" dirty="0"/>
            </a:p>
          </p:txBody>
        </p:sp>
        <p:sp>
          <p:nvSpPr>
            <p:cNvPr id="14" name="Text 15">
              <a:extLst>
                <a:ext uri="{FF2B5EF4-FFF2-40B4-BE49-F238E27FC236}">
                  <a16:creationId xmlns:a16="http://schemas.microsoft.com/office/drawing/2014/main" id="{F953BECC-22C2-F260-C48A-097D390DEA45}"/>
                </a:ext>
              </a:extLst>
            </p:cNvPr>
            <p:cNvSpPr/>
            <p:nvPr/>
          </p:nvSpPr>
          <p:spPr>
            <a:xfrm>
              <a:off x="6894890" y="3634367"/>
              <a:ext cx="1621631" cy="177165"/>
            </a:xfrm>
            <a:prstGeom prst="rect">
              <a:avLst/>
            </a:prstGeom>
            <a:noFill/>
            <a:ln/>
          </p:spPr>
          <p:txBody>
            <a:bodyPr wrap="none" lIns="0" tIns="0" rIns="0" bIns="0" rtlCol="0" anchor="t"/>
            <a:lstStyle/>
            <a:p>
              <a:pPr marL="0" indent="0" algn="l">
                <a:lnSpc>
                  <a:spcPts val="1350"/>
                </a:lnSpc>
                <a:buNone/>
              </a:pPr>
              <a:r>
                <a:rPr lang="en-US" sz="1100" b="1" dirty="0">
                  <a:solidFill>
                    <a:srgbClr val="272525"/>
                  </a:solidFill>
                  <a:latin typeface="Inter Bold" pitchFamily="34" charset="0"/>
                  <a:ea typeface="Inter Bold" pitchFamily="34" charset="-122"/>
                  <a:cs typeface="Inter Bold" pitchFamily="34" charset="-120"/>
                </a:rPr>
                <a:t>Load into analysis tools</a:t>
              </a:r>
              <a:endParaRPr lang="en-US" sz="1100" dirty="0"/>
            </a:p>
          </p:txBody>
        </p:sp>
        <p:sp>
          <p:nvSpPr>
            <p:cNvPr id="15" name="Shape 4">
              <a:extLst>
                <a:ext uri="{FF2B5EF4-FFF2-40B4-BE49-F238E27FC236}">
                  <a16:creationId xmlns:a16="http://schemas.microsoft.com/office/drawing/2014/main" id="{A9E9B720-1B5C-A1C4-91D4-A6A00A7B1FAD}"/>
                </a:ext>
              </a:extLst>
            </p:cNvPr>
            <p:cNvSpPr/>
            <p:nvPr/>
          </p:nvSpPr>
          <p:spPr>
            <a:xfrm>
              <a:off x="2102124" y="3543136"/>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2</a:t>
              </a:r>
              <a:endParaRPr lang="nl-NL" dirty="0">
                <a:latin typeface="Inter" panose="020B0604020202020204" charset="0"/>
                <a:ea typeface="Inter" panose="020B0604020202020204" charset="0"/>
              </a:endParaRPr>
            </a:p>
          </p:txBody>
        </p:sp>
        <p:sp>
          <p:nvSpPr>
            <p:cNvPr id="16" name="Shape 4">
              <a:extLst>
                <a:ext uri="{FF2B5EF4-FFF2-40B4-BE49-F238E27FC236}">
                  <a16:creationId xmlns:a16="http://schemas.microsoft.com/office/drawing/2014/main" id="{30DC593F-F9EB-CB08-D986-99E8BC1669F2}"/>
                </a:ext>
              </a:extLst>
            </p:cNvPr>
            <p:cNvSpPr/>
            <p:nvPr/>
          </p:nvSpPr>
          <p:spPr>
            <a:xfrm>
              <a:off x="4818633" y="3526378"/>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3</a:t>
              </a:r>
              <a:endParaRPr lang="nl-NL" dirty="0">
                <a:latin typeface="Inter" panose="020B0604020202020204" charset="0"/>
                <a:ea typeface="Inter" panose="020B0604020202020204" charset="0"/>
              </a:endParaRPr>
            </a:p>
          </p:txBody>
        </p:sp>
        <p:sp>
          <p:nvSpPr>
            <p:cNvPr id="17" name="Shape 4">
              <a:extLst>
                <a:ext uri="{FF2B5EF4-FFF2-40B4-BE49-F238E27FC236}">
                  <a16:creationId xmlns:a16="http://schemas.microsoft.com/office/drawing/2014/main" id="{3BCAB43D-65BD-09F6-816F-98DF50520BCD}"/>
                </a:ext>
              </a:extLst>
            </p:cNvPr>
            <p:cNvSpPr/>
            <p:nvPr/>
          </p:nvSpPr>
          <p:spPr>
            <a:xfrm>
              <a:off x="6464744" y="3525927"/>
              <a:ext cx="311825" cy="368498"/>
            </a:xfrm>
            <a:prstGeom prst="roundRect">
              <a:avLst>
                <a:gd name="adj" fmla="val 18669"/>
              </a:avLst>
            </a:prstGeom>
            <a:ln/>
          </p:spPr>
          <p:style>
            <a:lnRef idx="1">
              <a:schemeClr val="dk1"/>
            </a:lnRef>
            <a:fillRef idx="2">
              <a:schemeClr val="dk1"/>
            </a:fillRef>
            <a:effectRef idx="1">
              <a:schemeClr val="dk1"/>
            </a:effectRef>
            <a:fontRef idx="minor">
              <a:schemeClr val="dk1"/>
            </a:fontRef>
          </p:style>
          <p:txBody>
            <a:bodyPr/>
            <a:lstStyle/>
            <a:p>
              <a:r>
                <a:rPr lang="en-US" dirty="0">
                  <a:latin typeface="Inter" panose="020B0604020202020204" charset="0"/>
                  <a:ea typeface="Inter" panose="020B0604020202020204" charset="0"/>
                </a:rPr>
                <a:t>4</a:t>
              </a:r>
              <a:endParaRPr lang="nl-NL" dirty="0">
                <a:latin typeface="Inter" panose="020B0604020202020204" charset="0"/>
                <a:ea typeface="Inter" panose="020B0604020202020204" charset="0"/>
              </a:endParaRPr>
            </a:p>
          </p:txBody>
        </p:sp>
      </p:grpSp>
      <p:sp>
        <p:nvSpPr>
          <p:cNvPr id="2" name="TextBox 1">
            <a:extLst>
              <a:ext uri="{FF2B5EF4-FFF2-40B4-BE49-F238E27FC236}">
                <a16:creationId xmlns:a16="http://schemas.microsoft.com/office/drawing/2014/main" id="{8AB2EA72-DEBE-999F-F2D0-53FDC431CE6E}"/>
              </a:ext>
            </a:extLst>
          </p:cNvPr>
          <p:cNvSpPr txBox="1"/>
          <p:nvPr/>
        </p:nvSpPr>
        <p:spPr>
          <a:xfrm>
            <a:off x="1363074" y="4852008"/>
            <a:ext cx="9815508" cy="338554"/>
          </a:xfrm>
          <a:prstGeom prst="rect">
            <a:avLst/>
          </a:prstGeom>
          <a:noFill/>
        </p:spPr>
        <p:txBody>
          <a:bodyPr wrap="none" rtlCol="0">
            <a:spAutoFit/>
          </a:bodyPr>
          <a:lstStyle/>
          <a:p>
            <a:r>
              <a:rPr lang="en-US" sz="1600" b="1" dirty="0">
                <a:latin typeface="Inter" panose="020B0604020202020204" charset="0"/>
                <a:ea typeface="Inter" panose="020B0604020202020204" charset="0"/>
              </a:rPr>
              <a:t>Turning images into queryable resources, enabling analysis without the download requirement.</a:t>
            </a:r>
            <a:r>
              <a:rPr lang="en-US" sz="1600" b="1" dirty="0"/>
              <a:t> </a:t>
            </a:r>
            <a:endParaRPr lang="nl-NL" sz="1600" b="1" dirty="0"/>
          </a:p>
        </p:txBody>
      </p:sp>
    </p:spTree>
    <p:extLst>
      <p:ext uri="{BB962C8B-B14F-4D97-AF65-F5344CB8AC3E}">
        <p14:creationId xmlns:p14="http://schemas.microsoft.com/office/powerpoint/2010/main" val="4227349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6561634A-C752-2131-E191-C44D1EBF02AF}"/>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7B655114-491E-BCFA-A6C3-9FAE4C7FBA8C}"/>
              </a:ext>
            </a:extLst>
          </p:cNvPr>
          <p:cNvSpPr/>
          <p:nvPr/>
        </p:nvSpPr>
        <p:spPr>
          <a:xfrm>
            <a:off x="611925" y="474658"/>
            <a:ext cx="10968150" cy="1742449"/>
          </a:xfrm>
          <a:prstGeom prst="rect">
            <a:avLst/>
          </a:prstGeom>
          <a:noFill/>
          <a:ln/>
        </p:spPr>
        <p:txBody>
          <a:bodyPr wrap="none" lIns="0" tIns="0" rIns="0" bIns="0" rtlCol="0" anchor="t"/>
          <a:lstStyle/>
          <a:p>
            <a:pPr algn="ctr">
              <a:lnSpc>
                <a:spcPts val="5550"/>
              </a:lnSpc>
            </a:pPr>
            <a:r>
              <a:rPr lang="en-US" sz="4000" dirty="0">
                <a:solidFill>
                  <a:srgbClr val="000000"/>
                </a:solidFill>
                <a:latin typeface="Inter Bold" pitchFamily="34" charset="0"/>
                <a:ea typeface="Inter Bold" pitchFamily="34" charset="-122"/>
                <a:cs typeface="Inter Bold" pitchFamily="34" charset="-120"/>
              </a:rPr>
              <a:t>Use Case 2: </a:t>
            </a:r>
          </a:p>
          <a:p>
            <a:pPr algn="ctr">
              <a:lnSpc>
                <a:spcPts val="5550"/>
              </a:lnSpc>
            </a:pPr>
            <a:r>
              <a:rPr lang="en-US" sz="4000" dirty="0">
                <a:latin typeface="Inter Bold" pitchFamily="34" charset="0"/>
                <a:ea typeface="Inter Bold" pitchFamily="34" charset="-122"/>
              </a:rPr>
              <a:t>IIIF-Enabled On-the-Fly Image Analysis</a:t>
            </a:r>
          </a:p>
          <a:p>
            <a:pPr marL="0" indent="0" algn="ctr">
              <a:lnSpc>
                <a:spcPts val="5550"/>
              </a:lnSpc>
              <a:buNone/>
            </a:pPr>
            <a:endParaRPr lang="en-US" sz="4000" dirty="0"/>
          </a:p>
        </p:txBody>
      </p:sp>
      <p:sp>
        <p:nvSpPr>
          <p:cNvPr id="2" name="TextBox 1">
            <a:extLst>
              <a:ext uri="{FF2B5EF4-FFF2-40B4-BE49-F238E27FC236}">
                <a16:creationId xmlns:a16="http://schemas.microsoft.com/office/drawing/2014/main" id="{EB7B2B2E-06D9-00C2-582D-95C31535F398}"/>
              </a:ext>
            </a:extLst>
          </p:cNvPr>
          <p:cNvSpPr txBox="1"/>
          <p:nvPr/>
        </p:nvSpPr>
        <p:spPr>
          <a:xfrm>
            <a:off x="1300444" y="2597324"/>
            <a:ext cx="9815508" cy="338554"/>
          </a:xfrm>
          <a:prstGeom prst="rect">
            <a:avLst/>
          </a:prstGeom>
          <a:noFill/>
        </p:spPr>
        <p:txBody>
          <a:bodyPr wrap="none" rtlCol="0">
            <a:spAutoFit/>
          </a:bodyPr>
          <a:lstStyle/>
          <a:p>
            <a:r>
              <a:rPr lang="en-US" sz="1600" b="1" dirty="0">
                <a:latin typeface="Inter" panose="020B0604020202020204" charset="0"/>
                <a:ea typeface="Inter" panose="020B0604020202020204" charset="0"/>
              </a:rPr>
              <a:t>Turning images into queryable resources, enabling analysis without the download requirement.</a:t>
            </a:r>
            <a:r>
              <a:rPr lang="en-US" sz="1600" b="1" dirty="0"/>
              <a:t> </a:t>
            </a:r>
            <a:endParaRPr lang="nl-NL" sz="1600" b="1" dirty="0"/>
          </a:p>
        </p:txBody>
      </p:sp>
      <p:sp>
        <p:nvSpPr>
          <p:cNvPr id="3" name="Rectangle 2">
            <a:extLst>
              <a:ext uri="{FF2B5EF4-FFF2-40B4-BE49-F238E27FC236}">
                <a16:creationId xmlns:a16="http://schemas.microsoft.com/office/drawing/2014/main" id="{CD465C5F-939E-02BC-AA87-68A5CC6CD02E}"/>
              </a:ext>
            </a:extLst>
          </p:cNvPr>
          <p:cNvSpPr/>
          <p:nvPr/>
        </p:nvSpPr>
        <p:spPr>
          <a:xfrm>
            <a:off x="4724399" y="3922123"/>
            <a:ext cx="2743202" cy="115204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3200" dirty="0"/>
              <a:t>One example</a:t>
            </a:r>
            <a:endParaRPr lang="nl-NL" sz="3200" dirty="0"/>
          </a:p>
        </p:txBody>
      </p:sp>
      <p:sp>
        <p:nvSpPr>
          <p:cNvPr id="4" name="TextBox 3">
            <a:extLst>
              <a:ext uri="{FF2B5EF4-FFF2-40B4-BE49-F238E27FC236}">
                <a16:creationId xmlns:a16="http://schemas.microsoft.com/office/drawing/2014/main" id="{D0AB5051-2031-A9E0-BD52-CAA4E63028D3}"/>
              </a:ext>
            </a:extLst>
          </p:cNvPr>
          <p:cNvSpPr txBox="1"/>
          <p:nvPr/>
        </p:nvSpPr>
        <p:spPr>
          <a:xfrm>
            <a:off x="1794934" y="5074167"/>
            <a:ext cx="9413154" cy="523220"/>
          </a:xfrm>
          <a:prstGeom prst="rect">
            <a:avLst/>
          </a:prstGeom>
          <a:noFill/>
        </p:spPr>
        <p:txBody>
          <a:bodyPr wrap="none" rtlCol="0">
            <a:spAutoFit/>
          </a:bodyPr>
          <a:lstStyle/>
          <a:p>
            <a:r>
              <a:rPr lang="en-US" dirty="0"/>
              <a:t>Show a dataset from high resolution microscopy or from Felix(</a:t>
            </a:r>
            <a:r>
              <a:rPr lang="en-US" dirty="0" err="1"/>
              <a:t>rhe</a:t>
            </a:r>
            <a:r>
              <a:rPr lang="en-US" dirty="0"/>
              <a:t> aerial pictures) and then screenshots of notebooks</a:t>
            </a:r>
            <a:br>
              <a:rPr lang="en-US" dirty="0"/>
            </a:br>
            <a:r>
              <a:rPr lang="en-US" dirty="0"/>
              <a:t> / cloud computing servers that request the images without the requirement of the download</a:t>
            </a:r>
            <a:endParaRPr lang="nl-NL" dirty="0"/>
          </a:p>
        </p:txBody>
      </p:sp>
    </p:spTree>
    <p:extLst>
      <p:ext uri="{BB962C8B-B14F-4D97-AF65-F5344CB8AC3E}">
        <p14:creationId xmlns:p14="http://schemas.microsoft.com/office/powerpoint/2010/main" val="1559497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2DC55C22-109B-42CC-6342-19A09430A8A7}"/>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ADB3AF43-BD23-280E-B89A-71C34EB2E9AD}"/>
              </a:ext>
            </a:extLst>
          </p:cNvPr>
          <p:cNvGrpSpPr/>
          <p:nvPr/>
        </p:nvGrpSpPr>
        <p:grpSpPr>
          <a:xfrm>
            <a:off x="556956" y="448468"/>
            <a:ext cx="4694337" cy="5961063"/>
            <a:chOff x="3913931" y="434975"/>
            <a:chExt cx="4694337" cy="5961063"/>
          </a:xfrm>
        </p:grpSpPr>
        <p:pic>
          <p:nvPicPr>
            <p:cNvPr id="5" name="Picture 4">
              <a:extLst>
                <a:ext uri="{FF2B5EF4-FFF2-40B4-BE49-F238E27FC236}">
                  <a16:creationId xmlns:a16="http://schemas.microsoft.com/office/drawing/2014/main" id="{531ABBB8-D52F-245C-1F70-B6E1BE87DD87}"/>
                </a:ext>
              </a:extLst>
            </p:cNvPr>
            <p:cNvPicPr>
              <a:picLocks noChangeAspect="1"/>
            </p:cNvPicPr>
            <p:nvPr/>
          </p:nvPicPr>
          <p:blipFill>
            <a:blip r:embed="rId3"/>
            <a:stretch>
              <a:fillRect/>
            </a:stretch>
          </p:blipFill>
          <p:spPr>
            <a:xfrm>
              <a:off x="3913931" y="434975"/>
              <a:ext cx="4694337" cy="5961063"/>
            </a:xfrm>
            <a:prstGeom prst="rect">
              <a:avLst/>
            </a:prstGeom>
            <a:noFill/>
            <a:ln>
              <a:noFill/>
            </a:ln>
          </p:spPr>
        </p:pic>
        <p:sp>
          <p:nvSpPr>
            <p:cNvPr id="2" name="Rectangle: Rounded Corners 1">
              <a:extLst>
                <a:ext uri="{FF2B5EF4-FFF2-40B4-BE49-F238E27FC236}">
                  <a16:creationId xmlns:a16="http://schemas.microsoft.com/office/drawing/2014/main" id="{7E3A4FBB-E3D5-FB53-3D0B-D71F9C88F714}"/>
                </a:ext>
              </a:extLst>
            </p:cNvPr>
            <p:cNvSpPr/>
            <p:nvPr/>
          </p:nvSpPr>
          <p:spPr>
            <a:xfrm>
              <a:off x="7515616" y="4572000"/>
              <a:ext cx="1092652" cy="5010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Analyze in Python</a:t>
              </a:r>
              <a:endParaRPr lang="nl-NL" dirty="0"/>
            </a:p>
          </p:txBody>
        </p:sp>
      </p:grpSp>
    </p:spTree>
    <p:extLst>
      <p:ext uri="{BB962C8B-B14F-4D97-AF65-F5344CB8AC3E}">
        <p14:creationId xmlns:p14="http://schemas.microsoft.com/office/powerpoint/2010/main" val="34375373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09D4F0A8-51AF-5747-090D-45459E8B7008}"/>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649E2A0A-DDD2-6BBA-7593-E39048E3D6FE}"/>
              </a:ext>
            </a:extLst>
          </p:cNvPr>
          <p:cNvGrpSpPr/>
          <p:nvPr/>
        </p:nvGrpSpPr>
        <p:grpSpPr>
          <a:xfrm>
            <a:off x="556956" y="448468"/>
            <a:ext cx="4694337" cy="5961063"/>
            <a:chOff x="3913931" y="434975"/>
            <a:chExt cx="4694337" cy="5961063"/>
          </a:xfrm>
        </p:grpSpPr>
        <p:pic>
          <p:nvPicPr>
            <p:cNvPr id="5" name="Picture 4">
              <a:extLst>
                <a:ext uri="{FF2B5EF4-FFF2-40B4-BE49-F238E27FC236}">
                  <a16:creationId xmlns:a16="http://schemas.microsoft.com/office/drawing/2014/main" id="{244CFC00-6DCF-7520-AF72-2F64FF7577FB}"/>
                </a:ext>
              </a:extLst>
            </p:cNvPr>
            <p:cNvPicPr>
              <a:picLocks noChangeAspect="1"/>
            </p:cNvPicPr>
            <p:nvPr/>
          </p:nvPicPr>
          <p:blipFill>
            <a:blip r:embed="rId3"/>
            <a:stretch>
              <a:fillRect/>
            </a:stretch>
          </p:blipFill>
          <p:spPr>
            <a:xfrm>
              <a:off x="3913931" y="434975"/>
              <a:ext cx="4694337" cy="5961063"/>
            </a:xfrm>
            <a:prstGeom prst="rect">
              <a:avLst/>
            </a:prstGeom>
            <a:noFill/>
            <a:ln>
              <a:noFill/>
            </a:ln>
          </p:spPr>
        </p:pic>
        <p:sp>
          <p:nvSpPr>
            <p:cNvPr id="2" name="Rectangle: Rounded Corners 1">
              <a:extLst>
                <a:ext uri="{FF2B5EF4-FFF2-40B4-BE49-F238E27FC236}">
                  <a16:creationId xmlns:a16="http://schemas.microsoft.com/office/drawing/2014/main" id="{F5153DF8-483D-3E17-1D29-95999CE9B238}"/>
                </a:ext>
              </a:extLst>
            </p:cNvPr>
            <p:cNvSpPr/>
            <p:nvPr/>
          </p:nvSpPr>
          <p:spPr>
            <a:xfrm>
              <a:off x="7515616" y="4572000"/>
              <a:ext cx="1092652" cy="5010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Analyze in Python</a:t>
              </a:r>
              <a:endParaRPr lang="nl-NL" dirty="0"/>
            </a:p>
          </p:txBody>
        </p:sp>
      </p:grpSp>
      <p:grpSp>
        <p:nvGrpSpPr>
          <p:cNvPr id="14" name="Group 13">
            <a:extLst>
              <a:ext uri="{FF2B5EF4-FFF2-40B4-BE49-F238E27FC236}">
                <a16:creationId xmlns:a16="http://schemas.microsoft.com/office/drawing/2014/main" id="{3D2A7A2B-9D8E-4320-8A55-C55AE8574891}"/>
              </a:ext>
            </a:extLst>
          </p:cNvPr>
          <p:cNvGrpSpPr/>
          <p:nvPr/>
        </p:nvGrpSpPr>
        <p:grpSpPr>
          <a:xfrm>
            <a:off x="5653279" y="2247351"/>
            <a:ext cx="3961924" cy="2539365"/>
            <a:chOff x="5216962" y="3799523"/>
            <a:chExt cx="3961924" cy="2539365"/>
          </a:xfrm>
        </p:grpSpPr>
        <p:sp>
          <p:nvSpPr>
            <p:cNvPr id="8" name="Shape 5">
              <a:extLst>
                <a:ext uri="{FF2B5EF4-FFF2-40B4-BE49-F238E27FC236}">
                  <a16:creationId xmlns:a16="http://schemas.microsoft.com/office/drawing/2014/main" id="{98F582B3-180B-6CA9-6D29-7FB4A51996D9}"/>
                </a:ext>
              </a:extLst>
            </p:cNvPr>
            <p:cNvSpPr/>
            <p:nvPr/>
          </p:nvSpPr>
          <p:spPr>
            <a:xfrm>
              <a:off x="5216962" y="3799523"/>
              <a:ext cx="3744396" cy="2307259"/>
            </a:xfrm>
            <a:prstGeom prst="roundRect">
              <a:avLst>
                <a:gd name="adj" fmla="val 3435"/>
              </a:avLst>
            </a:prstGeom>
            <a:solidFill>
              <a:srgbClr val="DADBF1"/>
            </a:solidFill>
            <a:ln w="7620">
              <a:solidFill>
                <a:srgbClr val="C0C1D7"/>
              </a:solidFill>
              <a:prstDash val="solid"/>
            </a:ln>
          </p:spPr>
          <p:txBody>
            <a:bodyPr/>
            <a:lstStyle/>
            <a:p>
              <a:endParaRPr lang="nl-NL" sz="1100"/>
            </a:p>
          </p:txBody>
        </p:sp>
        <p:sp>
          <p:nvSpPr>
            <p:cNvPr id="9" name="Text 6">
              <a:extLst>
                <a:ext uri="{FF2B5EF4-FFF2-40B4-BE49-F238E27FC236}">
                  <a16:creationId xmlns:a16="http://schemas.microsoft.com/office/drawing/2014/main" id="{48EABF06-AF7B-90FB-D222-F8E5BB02C27D}"/>
                </a:ext>
              </a:extLst>
            </p:cNvPr>
            <p:cNvSpPr/>
            <p:nvPr/>
          </p:nvSpPr>
          <p:spPr>
            <a:xfrm>
              <a:off x="5451396" y="4033957"/>
              <a:ext cx="3581757" cy="354330"/>
            </a:xfrm>
            <a:prstGeom prst="rect">
              <a:avLst/>
            </a:prstGeom>
            <a:noFill/>
            <a:ln/>
          </p:spPr>
          <p:txBody>
            <a:bodyPr wrap="none" lIns="0" tIns="0" rIns="0" bIns="0" rtlCol="0" anchor="t"/>
            <a:lstStyle/>
            <a:p>
              <a:pPr marL="0" indent="0" algn="l">
                <a:lnSpc>
                  <a:spcPts val="2750"/>
                </a:lnSpc>
                <a:buNone/>
              </a:pPr>
              <a:r>
                <a:rPr lang="en-US" sz="1800" b="1" dirty="0">
                  <a:solidFill>
                    <a:srgbClr val="272525"/>
                  </a:solidFill>
                  <a:latin typeface="Inter Bold" pitchFamily="34" charset="0"/>
                  <a:ea typeface="Inter Bold" pitchFamily="34" charset="-122"/>
                  <a:cs typeface="Inter Bold" pitchFamily="34" charset="-120"/>
                </a:rPr>
                <a:t>Direct Pipeline Integration</a:t>
              </a:r>
              <a:endParaRPr lang="en-US" sz="1800" dirty="0"/>
            </a:p>
          </p:txBody>
        </p:sp>
        <p:sp>
          <p:nvSpPr>
            <p:cNvPr id="10" name="Text 7">
              <a:extLst>
                <a:ext uri="{FF2B5EF4-FFF2-40B4-BE49-F238E27FC236}">
                  <a16:creationId xmlns:a16="http://schemas.microsoft.com/office/drawing/2014/main" id="{3E796F9D-3435-179A-4C60-0E6C906F3AB4}"/>
                </a:ext>
              </a:extLst>
            </p:cNvPr>
            <p:cNvSpPr/>
            <p:nvPr/>
          </p:nvSpPr>
          <p:spPr>
            <a:xfrm>
              <a:off x="5451396" y="4524375"/>
              <a:ext cx="3727490" cy="1814513"/>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Inter" pitchFamily="34" charset="0"/>
                  <a:ea typeface="Inter" pitchFamily="34" charset="-122"/>
                  <a:cs typeface="Inter" pitchFamily="34" charset="-120"/>
                </a:rPr>
                <a:t>Fetch image → convert to NumPy array → analyze. No intermediate storage. IIIF becomes a </a:t>
              </a:r>
              <a:r>
                <a:rPr lang="en-US" b="1" dirty="0">
                  <a:solidFill>
                    <a:srgbClr val="272525"/>
                  </a:solidFill>
                  <a:latin typeface="Inter" pitchFamily="34" charset="0"/>
                  <a:ea typeface="Inter" pitchFamily="34" charset="-122"/>
                  <a:cs typeface="Inter" pitchFamily="34" charset="-120"/>
                </a:rPr>
                <a:t>data access layer for computation</a:t>
              </a:r>
              <a:r>
                <a:rPr lang="en-US" dirty="0">
                  <a:solidFill>
                    <a:srgbClr val="272525"/>
                  </a:solidFill>
                  <a:latin typeface="Inter" pitchFamily="34" charset="0"/>
                  <a:ea typeface="Inter" pitchFamily="34" charset="-122"/>
                  <a:cs typeface="Inter" pitchFamily="34" charset="-120"/>
                </a:rPr>
                <a:t>, not just viewing.</a:t>
              </a:r>
              <a:endParaRPr lang="en-US" dirty="0"/>
            </a:p>
          </p:txBody>
        </p:sp>
      </p:grpSp>
      <p:grpSp>
        <p:nvGrpSpPr>
          <p:cNvPr id="16" name="Group 15">
            <a:extLst>
              <a:ext uri="{FF2B5EF4-FFF2-40B4-BE49-F238E27FC236}">
                <a16:creationId xmlns:a16="http://schemas.microsoft.com/office/drawing/2014/main" id="{5B999609-81EA-3D85-67B0-C34AA3D227EC}"/>
              </a:ext>
            </a:extLst>
          </p:cNvPr>
          <p:cNvGrpSpPr/>
          <p:nvPr/>
        </p:nvGrpSpPr>
        <p:grpSpPr>
          <a:xfrm>
            <a:off x="7964232" y="4433783"/>
            <a:ext cx="4196358" cy="2425183"/>
            <a:chOff x="9640133" y="3799523"/>
            <a:chExt cx="4196358" cy="2773799"/>
          </a:xfrm>
        </p:grpSpPr>
        <p:sp>
          <p:nvSpPr>
            <p:cNvPr id="11" name="Shape 8">
              <a:extLst>
                <a:ext uri="{FF2B5EF4-FFF2-40B4-BE49-F238E27FC236}">
                  <a16:creationId xmlns:a16="http://schemas.microsoft.com/office/drawing/2014/main" id="{1BBA117A-B5F8-916C-A023-2EFA9B986FD1}"/>
                </a:ext>
              </a:extLst>
            </p:cNvPr>
            <p:cNvSpPr/>
            <p:nvPr/>
          </p:nvSpPr>
          <p:spPr>
            <a:xfrm>
              <a:off x="9640133" y="3799523"/>
              <a:ext cx="4196358" cy="2773799"/>
            </a:xfrm>
            <a:prstGeom prst="roundRect">
              <a:avLst>
                <a:gd name="adj" fmla="val 3435"/>
              </a:avLst>
            </a:prstGeom>
            <a:solidFill>
              <a:srgbClr val="DADBF1"/>
            </a:solidFill>
            <a:ln w="7620">
              <a:solidFill>
                <a:srgbClr val="C0C1D7"/>
              </a:solidFill>
              <a:prstDash val="solid"/>
            </a:ln>
          </p:spPr>
          <p:txBody>
            <a:bodyPr/>
            <a:lstStyle/>
            <a:p>
              <a:endParaRPr lang="nl-NL" sz="1100"/>
            </a:p>
          </p:txBody>
        </p:sp>
        <p:sp>
          <p:nvSpPr>
            <p:cNvPr id="12" name="Text 9">
              <a:extLst>
                <a:ext uri="{FF2B5EF4-FFF2-40B4-BE49-F238E27FC236}">
                  <a16:creationId xmlns:a16="http://schemas.microsoft.com/office/drawing/2014/main" id="{A34CEB82-8E5A-C2AA-3CEE-3ADF66491399}"/>
                </a:ext>
              </a:extLst>
            </p:cNvPr>
            <p:cNvSpPr/>
            <p:nvPr/>
          </p:nvSpPr>
          <p:spPr>
            <a:xfrm>
              <a:off x="9874568" y="4033957"/>
              <a:ext cx="3283148" cy="354330"/>
            </a:xfrm>
            <a:prstGeom prst="rect">
              <a:avLst/>
            </a:prstGeom>
            <a:noFill/>
            <a:ln/>
          </p:spPr>
          <p:txBody>
            <a:bodyPr wrap="none" lIns="0" tIns="0" rIns="0" bIns="0" rtlCol="0" anchor="t"/>
            <a:lstStyle/>
            <a:p>
              <a:pPr marL="0" indent="0" algn="l">
                <a:lnSpc>
                  <a:spcPts val="2750"/>
                </a:lnSpc>
                <a:buNone/>
              </a:pPr>
              <a:r>
                <a:rPr lang="en-US" sz="1800" b="1" dirty="0">
                  <a:solidFill>
                    <a:srgbClr val="272525"/>
                  </a:solidFill>
                  <a:latin typeface="Inter Bold" pitchFamily="34" charset="0"/>
                  <a:ea typeface="Inter Bold" pitchFamily="34" charset="-122"/>
                  <a:cs typeface="Inter Bold" pitchFamily="34" charset="-120"/>
                </a:rPr>
                <a:t>Cloud-Native Execution</a:t>
              </a:r>
              <a:endParaRPr lang="en-US" sz="1800" dirty="0"/>
            </a:p>
          </p:txBody>
        </p:sp>
        <p:sp>
          <p:nvSpPr>
            <p:cNvPr id="13" name="Text 10">
              <a:extLst>
                <a:ext uri="{FF2B5EF4-FFF2-40B4-BE49-F238E27FC236}">
                  <a16:creationId xmlns:a16="http://schemas.microsoft.com/office/drawing/2014/main" id="{E4D923D1-8C5A-64BD-DDCA-1B8192F7DC18}"/>
                </a:ext>
              </a:extLst>
            </p:cNvPr>
            <p:cNvSpPr/>
            <p:nvPr/>
          </p:nvSpPr>
          <p:spPr>
            <a:xfrm>
              <a:off x="9874568" y="4524375"/>
              <a:ext cx="3727490" cy="1814513"/>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Inter" pitchFamily="34" charset="0"/>
                  <a:ea typeface="Inter" pitchFamily="34" charset="-122"/>
                  <a:cs typeface="Inter" pitchFamily="34" charset="-120"/>
                </a:rPr>
                <a:t>Analysis happens in-memory, on-demand. Enables lightweight workflows in Binder, Jupyter notebooks, and distributed compute environments.</a:t>
              </a:r>
              <a:endParaRPr lang="en-US" dirty="0"/>
            </a:p>
          </p:txBody>
        </p:sp>
      </p:grpSp>
      <p:grpSp>
        <p:nvGrpSpPr>
          <p:cNvPr id="15" name="Group 14">
            <a:extLst>
              <a:ext uri="{FF2B5EF4-FFF2-40B4-BE49-F238E27FC236}">
                <a16:creationId xmlns:a16="http://schemas.microsoft.com/office/drawing/2014/main" id="{C8342A2B-79CE-5FCF-D2BF-05FC5A1A0071}"/>
              </a:ext>
            </a:extLst>
          </p:cNvPr>
          <p:cNvGrpSpPr/>
          <p:nvPr/>
        </p:nvGrpSpPr>
        <p:grpSpPr>
          <a:xfrm>
            <a:off x="8411176" y="188978"/>
            <a:ext cx="3956189" cy="2307258"/>
            <a:chOff x="6940709" y="284678"/>
            <a:chExt cx="3956189" cy="2307258"/>
          </a:xfrm>
        </p:grpSpPr>
        <p:sp>
          <p:nvSpPr>
            <p:cNvPr id="4" name="Shape 2">
              <a:extLst>
                <a:ext uri="{FF2B5EF4-FFF2-40B4-BE49-F238E27FC236}">
                  <a16:creationId xmlns:a16="http://schemas.microsoft.com/office/drawing/2014/main" id="{BAE9C401-333D-25C2-5D84-0C9200DB2BDC}"/>
                </a:ext>
              </a:extLst>
            </p:cNvPr>
            <p:cNvSpPr/>
            <p:nvPr/>
          </p:nvSpPr>
          <p:spPr>
            <a:xfrm>
              <a:off x="6940709" y="284678"/>
              <a:ext cx="3727490" cy="2307258"/>
            </a:xfrm>
            <a:prstGeom prst="roundRect">
              <a:avLst>
                <a:gd name="adj" fmla="val 3435"/>
              </a:avLst>
            </a:prstGeom>
            <a:solidFill>
              <a:srgbClr val="DADBF1"/>
            </a:solidFill>
            <a:ln w="7620">
              <a:solidFill>
                <a:srgbClr val="C0C1D7"/>
              </a:solidFill>
              <a:prstDash val="solid"/>
            </a:ln>
          </p:spPr>
          <p:txBody>
            <a:bodyPr/>
            <a:lstStyle/>
            <a:p>
              <a:endParaRPr lang="nl-NL"/>
            </a:p>
          </p:txBody>
        </p:sp>
        <p:sp>
          <p:nvSpPr>
            <p:cNvPr id="6" name="Text 3">
              <a:extLst>
                <a:ext uri="{FF2B5EF4-FFF2-40B4-BE49-F238E27FC236}">
                  <a16:creationId xmlns:a16="http://schemas.microsoft.com/office/drawing/2014/main" id="{2D3162E5-6FCB-8A95-D7F6-25CEF0A78403}"/>
                </a:ext>
              </a:extLst>
            </p:cNvPr>
            <p:cNvSpPr/>
            <p:nvPr/>
          </p:nvSpPr>
          <p:spPr>
            <a:xfrm>
              <a:off x="7175143" y="682902"/>
              <a:ext cx="2835235" cy="354330"/>
            </a:xfrm>
            <a:prstGeom prst="rect">
              <a:avLst/>
            </a:prstGeom>
            <a:noFill/>
            <a:ln/>
          </p:spPr>
          <p:txBody>
            <a:bodyPr wrap="none" lIns="0" tIns="0" rIns="0" bIns="0" rtlCol="0" anchor="t"/>
            <a:lstStyle/>
            <a:p>
              <a:pPr marL="0" indent="0" algn="l">
                <a:lnSpc>
                  <a:spcPts val="2750"/>
                </a:lnSpc>
                <a:buNone/>
              </a:pPr>
              <a:r>
                <a:rPr lang="en-US" sz="1800" b="1" dirty="0">
                  <a:solidFill>
                    <a:srgbClr val="272525"/>
                  </a:solidFill>
                  <a:latin typeface="Inter Bold" pitchFamily="34" charset="0"/>
                  <a:ea typeface="Inter Bold" pitchFamily="34" charset="-122"/>
                  <a:cs typeface="Inter Bold" pitchFamily="34" charset="-120"/>
                </a:rPr>
                <a:t>Partial Data Access</a:t>
              </a:r>
              <a:endParaRPr lang="en-US" sz="1800" dirty="0"/>
            </a:p>
          </p:txBody>
        </p:sp>
        <p:sp>
          <p:nvSpPr>
            <p:cNvPr id="7" name="Text 4">
              <a:extLst>
                <a:ext uri="{FF2B5EF4-FFF2-40B4-BE49-F238E27FC236}">
                  <a16:creationId xmlns:a16="http://schemas.microsoft.com/office/drawing/2014/main" id="{D526C029-BE92-C65E-C1F1-A5A267520FE4}"/>
                </a:ext>
              </a:extLst>
            </p:cNvPr>
            <p:cNvSpPr/>
            <p:nvPr/>
          </p:nvSpPr>
          <p:spPr>
            <a:xfrm>
              <a:off x="7169408" y="1036279"/>
              <a:ext cx="3727490" cy="1451610"/>
            </a:xfrm>
            <a:prstGeom prst="rect">
              <a:avLst/>
            </a:prstGeom>
            <a:noFill/>
            <a:ln/>
          </p:spPr>
          <p:txBody>
            <a:bodyPr wrap="square" lIns="0" tIns="0" rIns="0" bIns="0" rtlCol="0" anchor="t"/>
            <a:lstStyle/>
            <a:p>
              <a:pPr marL="0" indent="0" algn="l">
                <a:lnSpc>
                  <a:spcPts val="2850"/>
                </a:lnSpc>
                <a:buNone/>
              </a:pPr>
              <a:r>
                <a:rPr lang="en-US" dirty="0">
                  <a:solidFill>
                    <a:srgbClr val="272525"/>
                  </a:solidFill>
                  <a:latin typeface="Inter" pitchFamily="34" charset="0"/>
                  <a:ea typeface="Inter" pitchFamily="34" charset="-122"/>
                  <a:cs typeface="Inter" pitchFamily="34" charset="-120"/>
                </a:rPr>
                <a:t>Request thumbnails, regions (xywh), or downsampled images via the Image API. Retrieve only what is needed—no over-fetching.</a:t>
              </a:r>
              <a:endParaRPr lang="en-US" dirty="0"/>
            </a:p>
          </p:txBody>
        </p:sp>
      </p:grpSp>
    </p:spTree>
    <p:extLst>
      <p:ext uri="{BB962C8B-B14F-4D97-AF65-F5344CB8AC3E}">
        <p14:creationId xmlns:p14="http://schemas.microsoft.com/office/powerpoint/2010/main" val="1479800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BB5E9856-9FC3-D1EB-AE51-FCA21DAB6C24}"/>
              </a:ext>
            </a:extLst>
          </p:cNvPr>
          <p:cNvSpPr/>
          <p:nvPr/>
        </p:nvSpPr>
        <p:spPr>
          <a:xfrm>
            <a:off x="611925" y="474658"/>
            <a:ext cx="10968150" cy="840575"/>
          </a:xfrm>
          <a:prstGeom prst="rect">
            <a:avLst/>
          </a:prstGeom>
          <a:noFill/>
          <a:ln/>
        </p:spPr>
        <p:txBody>
          <a:bodyPr wrap="none" lIns="0" tIns="0" rIns="0" bIns="0" rtlCol="0" anchor="t"/>
          <a:lstStyle/>
          <a:p>
            <a:pPr algn="ctr">
              <a:lnSpc>
                <a:spcPts val="5550"/>
              </a:lnSpc>
            </a:pPr>
            <a:r>
              <a:rPr lang="en-US" sz="4000" dirty="0">
                <a:solidFill>
                  <a:srgbClr val="000000"/>
                </a:solidFill>
                <a:latin typeface="Inter Bold" pitchFamily="34" charset="0"/>
                <a:ea typeface="Inter Bold" pitchFamily="34" charset="-122"/>
                <a:cs typeface="Inter Bold" pitchFamily="34" charset="-120"/>
              </a:rPr>
              <a:t>Challenges</a:t>
            </a:r>
            <a:endParaRPr lang="en-US" sz="4000" dirty="0">
              <a:latin typeface="Inter Bold" pitchFamily="34" charset="0"/>
              <a:ea typeface="Inter Bold" pitchFamily="34" charset="-122"/>
            </a:endParaRPr>
          </a:p>
          <a:p>
            <a:pPr marL="0" indent="0" algn="ctr">
              <a:lnSpc>
                <a:spcPts val="5550"/>
              </a:lnSpc>
              <a:buNone/>
            </a:pPr>
            <a:endParaRPr lang="en-US" sz="4000" dirty="0"/>
          </a:p>
        </p:txBody>
      </p:sp>
      <p:sp>
        <p:nvSpPr>
          <p:cNvPr id="7" name="Text 4">
            <a:extLst>
              <a:ext uri="{FF2B5EF4-FFF2-40B4-BE49-F238E27FC236}">
                <a16:creationId xmlns:a16="http://schemas.microsoft.com/office/drawing/2014/main" id="{C46204BD-5E72-5458-357D-B3E1D5FC36EF}"/>
              </a:ext>
            </a:extLst>
          </p:cNvPr>
          <p:cNvSpPr/>
          <p:nvPr/>
        </p:nvSpPr>
        <p:spPr>
          <a:xfrm>
            <a:off x="873386" y="1326779"/>
            <a:ext cx="2539841" cy="265747"/>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Inter Bold" pitchFamily="34" charset="0"/>
                <a:ea typeface="Inter Bold" pitchFamily="34" charset="-122"/>
                <a:cs typeface="Inter Bold" pitchFamily="34" charset="-120"/>
              </a:rPr>
              <a:t>No ZIP</a:t>
            </a:r>
            <a:endParaRPr lang="en-US" sz="1600" dirty="0"/>
          </a:p>
        </p:txBody>
      </p:sp>
      <p:sp>
        <p:nvSpPr>
          <p:cNvPr id="8" name="Text 5">
            <a:extLst>
              <a:ext uri="{FF2B5EF4-FFF2-40B4-BE49-F238E27FC236}">
                <a16:creationId xmlns:a16="http://schemas.microsoft.com/office/drawing/2014/main" id="{60481E57-F000-0220-47C0-D979DF6D0E13}"/>
              </a:ext>
            </a:extLst>
          </p:cNvPr>
          <p:cNvSpPr/>
          <p:nvPr/>
        </p:nvSpPr>
        <p:spPr>
          <a:xfrm>
            <a:off x="873386" y="1736348"/>
            <a:ext cx="7102078" cy="476250"/>
          </a:xfrm>
          <a:prstGeom prst="rect">
            <a:avLst/>
          </a:prstGeom>
          <a:noFill/>
          <a:ln/>
        </p:spPr>
        <p:txBody>
          <a:bodyPr wrap="square" lIns="0" tIns="0" rIns="0" bIns="0" rtlCol="0" anchor="t"/>
          <a:lstStyle/>
          <a:p>
            <a:pPr marL="0" indent="0" algn="l">
              <a:lnSpc>
                <a:spcPts val="1850"/>
              </a:lnSpc>
              <a:buNone/>
            </a:pPr>
            <a:r>
              <a:rPr lang="en-US" dirty="0">
                <a:solidFill>
                  <a:srgbClr val="272525"/>
                </a:solidFill>
                <a:latin typeface="Inter" pitchFamily="34" charset="0"/>
                <a:ea typeface="Inter" pitchFamily="34" charset="-122"/>
              </a:rPr>
              <a:t>Images packed as zip folders are bypassed , so IIIF can not operate here. </a:t>
            </a:r>
            <a:endParaRPr lang="en-US" dirty="0"/>
          </a:p>
        </p:txBody>
      </p:sp>
      <p:pic>
        <p:nvPicPr>
          <p:cNvPr id="13" name="Picture 12">
            <a:extLst>
              <a:ext uri="{FF2B5EF4-FFF2-40B4-BE49-F238E27FC236}">
                <a16:creationId xmlns:a16="http://schemas.microsoft.com/office/drawing/2014/main" id="{EE3A2E8B-A1D4-7C97-B9CF-F998788C2180}"/>
              </a:ext>
            </a:extLst>
          </p:cNvPr>
          <p:cNvPicPr>
            <a:picLocks noChangeAspect="1"/>
          </p:cNvPicPr>
          <p:nvPr/>
        </p:nvPicPr>
        <p:blipFill>
          <a:blip r:embed="rId3"/>
          <a:stretch>
            <a:fillRect/>
          </a:stretch>
        </p:blipFill>
        <p:spPr>
          <a:xfrm>
            <a:off x="1615549" y="2106027"/>
            <a:ext cx="9604279" cy="4277315"/>
          </a:xfrm>
          <a:prstGeom prst="rect">
            <a:avLst/>
          </a:prstGeom>
        </p:spPr>
      </p:pic>
      <p:pic>
        <p:nvPicPr>
          <p:cNvPr id="14" name="Picture 13">
            <a:extLst>
              <a:ext uri="{FF2B5EF4-FFF2-40B4-BE49-F238E27FC236}">
                <a16:creationId xmlns:a16="http://schemas.microsoft.com/office/drawing/2014/main" id="{FA2784B8-F8F6-AA2C-1310-6DDB5576D76C}"/>
              </a:ext>
            </a:extLst>
          </p:cNvPr>
          <p:cNvPicPr>
            <a:picLocks noChangeAspect="1"/>
          </p:cNvPicPr>
          <p:nvPr/>
        </p:nvPicPr>
        <p:blipFill>
          <a:blip r:embed="rId4"/>
          <a:stretch>
            <a:fillRect/>
          </a:stretch>
        </p:blipFill>
        <p:spPr>
          <a:xfrm>
            <a:off x="8059566" y="5436117"/>
            <a:ext cx="3734998" cy="9359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44363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5D7D7-D7A8-6435-AC2E-2FD55D5C0E0B}"/>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0AA464C6-4471-B21F-D84F-9886DAFABF0C}"/>
              </a:ext>
            </a:extLst>
          </p:cNvPr>
          <p:cNvSpPr/>
          <p:nvPr/>
        </p:nvSpPr>
        <p:spPr>
          <a:xfrm>
            <a:off x="611925" y="474658"/>
            <a:ext cx="10968150" cy="840575"/>
          </a:xfrm>
          <a:prstGeom prst="rect">
            <a:avLst/>
          </a:prstGeom>
          <a:noFill/>
          <a:ln/>
        </p:spPr>
        <p:txBody>
          <a:bodyPr wrap="none" lIns="0" tIns="0" rIns="0" bIns="0" rtlCol="0" anchor="t"/>
          <a:lstStyle/>
          <a:p>
            <a:pPr algn="ctr">
              <a:lnSpc>
                <a:spcPts val="5550"/>
              </a:lnSpc>
            </a:pPr>
            <a:r>
              <a:rPr lang="en-US" sz="4000" dirty="0">
                <a:solidFill>
                  <a:srgbClr val="000000"/>
                </a:solidFill>
                <a:latin typeface="Inter Bold" pitchFamily="34" charset="0"/>
                <a:ea typeface="Inter Bold" pitchFamily="34" charset="-122"/>
                <a:cs typeface="Inter Bold" pitchFamily="34" charset="-120"/>
              </a:rPr>
              <a:t>Challenges</a:t>
            </a:r>
            <a:endParaRPr lang="en-US" sz="4000" dirty="0">
              <a:latin typeface="Inter Bold" pitchFamily="34" charset="0"/>
              <a:ea typeface="Inter Bold" pitchFamily="34" charset="-122"/>
            </a:endParaRPr>
          </a:p>
          <a:p>
            <a:pPr marL="0" indent="0" algn="ctr">
              <a:lnSpc>
                <a:spcPts val="5550"/>
              </a:lnSpc>
              <a:buNone/>
            </a:pPr>
            <a:endParaRPr lang="en-US" sz="4000" dirty="0"/>
          </a:p>
        </p:txBody>
      </p:sp>
      <p:sp>
        <p:nvSpPr>
          <p:cNvPr id="8" name="Text 5">
            <a:extLst>
              <a:ext uri="{FF2B5EF4-FFF2-40B4-BE49-F238E27FC236}">
                <a16:creationId xmlns:a16="http://schemas.microsoft.com/office/drawing/2014/main" id="{7B9302A0-52E2-9711-6542-99C2581D6791}"/>
              </a:ext>
            </a:extLst>
          </p:cNvPr>
          <p:cNvSpPr/>
          <p:nvPr/>
        </p:nvSpPr>
        <p:spPr>
          <a:xfrm>
            <a:off x="873386" y="1736348"/>
            <a:ext cx="7102078" cy="476250"/>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rPr>
              <a:t>Images packed as zip folders are bypassed , so IIIF can not operate here. </a:t>
            </a:r>
            <a:endParaRPr lang="en-US" sz="1200" dirty="0"/>
          </a:p>
        </p:txBody>
      </p:sp>
      <p:sp>
        <p:nvSpPr>
          <p:cNvPr id="10" name="Text 8">
            <a:extLst>
              <a:ext uri="{FF2B5EF4-FFF2-40B4-BE49-F238E27FC236}">
                <a16:creationId xmlns:a16="http://schemas.microsoft.com/office/drawing/2014/main" id="{AA68A8AF-335F-3F7A-8FCE-155A320625FE}"/>
              </a:ext>
            </a:extLst>
          </p:cNvPr>
          <p:cNvSpPr/>
          <p:nvPr/>
        </p:nvSpPr>
        <p:spPr>
          <a:xfrm>
            <a:off x="873385" y="2658493"/>
            <a:ext cx="3021281" cy="265747"/>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Inter Bold" pitchFamily="34" charset="0"/>
                <a:ea typeface="Inter Bold" pitchFamily="34" charset="-122"/>
                <a:cs typeface="Inter Bold" pitchFamily="34" charset="-120"/>
              </a:rPr>
              <a:t>Allow metadata entry per file </a:t>
            </a:r>
            <a:endParaRPr lang="en-US" sz="1600" dirty="0"/>
          </a:p>
        </p:txBody>
      </p:sp>
      <p:sp>
        <p:nvSpPr>
          <p:cNvPr id="11" name="Text 9">
            <a:extLst>
              <a:ext uri="{FF2B5EF4-FFF2-40B4-BE49-F238E27FC236}">
                <a16:creationId xmlns:a16="http://schemas.microsoft.com/office/drawing/2014/main" id="{950F5F4C-24CC-B49A-D32B-16B60072E992}"/>
              </a:ext>
            </a:extLst>
          </p:cNvPr>
          <p:cNvSpPr/>
          <p:nvPr/>
        </p:nvSpPr>
        <p:spPr>
          <a:xfrm>
            <a:off x="873386" y="3000679"/>
            <a:ext cx="7102078" cy="476250"/>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To support for example geolocation of time coverage per file  </a:t>
            </a:r>
            <a:endParaRPr lang="en-US" sz="1200" dirty="0"/>
          </a:p>
        </p:txBody>
      </p:sp>
      <p:sp>
        <p:nvSpPr>
          <p:cNvPr id="16" name="Text 16">
            <a:extLst>
              <a:ext uri="{FF2B5EF4-FFF2-40B4-BE49-F238E27FC236}">
                <a16:creationId xmlns:a16="http://schemas.microsoft.com/office/drawing/2014/main" id="{8B0A3274-1E88-795C-E45E-53E0BB87CD96}"/>
              </a:ext>
            </a:extLst>
          </p:cNvPr>
          <p:cNvSpPr/>
          <p:nvPr/>
        </p:nvSpPr>
        <p:spPr>
          <a:xfrm>
            <a:off x="873385" y="4079039"/>
            <a:ext cx="2126456" cy="265747"/>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Inter Bold" pitchFamily="34" charset="0"/>
                <a:ea typeface="Inter Bold" pitchFamily="34" charset="-122"/>
                <a:cs typeface="Inter Bold" pitchFamily="34" charset="-120"/>
              </a:rPr>
              <a:t>Caching </a:t>
            </a:r>
            <a:endParaRPr lang="en-US" sz="1600" dirty="0"/>
          </a:p>
        </p:txBody>
      </p:sp>
      <p:sp>
        <p:nvSpPr>
          <p:cNvPr id="17" name="Text 17">
            <a:extLst>
              <a:ext uri="{FF2B5EF4-FFF2-40B4-BE49-F238E27FC236}">
                <a16:creationId xmlns:a16="http://schemas.microsoft.com/office/drawing/2014/main" id="{C665253B-01B4-2FB8-AF73-A5ED51C56271}"/>
              </a:ext>
            </a:extLst>
          </p:cNvPr>
          <p:cNvSpPr/>
          <p:nvPr/>
        </p:nvSpPr>
        <p:spPr>
          <a:xfrm>
            <a:off x="823154" y="4479099"/>
            <a:ext cx="7102078" cy="476250"/>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Keep a balance between dynamic rendering and caching is always a challenge! </a:t>
            </a:r>
            <a:endParaRPr lang="en-US" sz="1200" dirty="0"/>
          </a:p>
        </p:txBody>
      </p:sp>
      <p:pic>
        <p:nvPicPr>
          <p:cNvPr id="12" name="Picture 11">
            <a:extLst>
              <a:ext uri="{FF2B5EF4-FFF2-40B4-BE49-F238E27FC236}">
                <a16:creationId xmlns:a16="http://schemas.microsoft.com/office/drawing/2014/main" id="{A8260BE9-C095-7AE8-E292-3B1F72E6054E}"/>
              </a:ext>
            </a:extLst>
          </p:cNvPr>
          <p:cNvPicPr>
            <a:picLocks noChangeAspect="1"/>
          </p:cNvPicPr>
          <p:nvPr/>
        </p:nvPicPr>
        <p:blipFill>
          <a:blip r:embed="rId3"/>
          <a:stretch>
            <a:fillRect/>
          </a:stretch>
        </p:blipFill>
        <p:spPr>
          <a:xfrm>
            <a:off x="611925" y="1159306"/>
            <a:ext cx="10459910" cy="4658375"/>
          </a:xfrm>
          <a:prstGeom prst="rect">
            <a:avLst/>
          </a:prstGeom>
        </p:spPr>
      </p:pic>
      <p:pic>
        <p:nvPicPr>
          <p:cNvPr id="3" name="Picture 2">
            <a:extLst>
              <a:ext uri="{FF2B5EF4-FFF2-40B4-BE49-F238E27FC236}">
                <a16:creationId xmlns:a16="http://schemas.microsoft.com/office/drawing/2014/main" id="{98E6DED1-9CD0-1235-135F-2FF6C7AEB11B}"/>
              </a:ext>
            </a:extLst>
          </p:cNvPr>
          <p:cNvPicPr>
            <a:picLocks noChangeAspect="1"/>
          </p:cNvPicPr>
          <p:nvPr/>
        </p:nvPicPr>
        <p:blipFill>
          <a:blip r:embed="rId4"/>
          <a:stretch>
            <a:fillRect/>
          </a:stretch>
        </p:blipFill>
        <p:spPr>
          <a:xfrm>
            <a:off x="7364338" y="5308023"/>
            <a:ext cx="4067743" cy="1019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06731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D325-EB3D-4FFE-6654-D0B12EDEF69C}"/>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AE67433A-FA24-D142-EABA-351E384C0BC1}"/>
              </a:ext>
            </a:extLst>
          </p:cNvPr>
          <p:cNvSpPr/>
          <p:nvPr/>
        </p:nvSpPr>
        <p:spPr>
          <a:xfrm>
            <a:off x="611925" y="474658"/>
            <a:ext cx="10968150" cy="840575"/>
          </a:xfrm>
          <a:prstGeom prst="rect">
            <a:avLst/>
          </a:prstGeom>
          <a:noFill/>
          <a:ln/>
        </p:spPr>
        <p:txBody>
          <a:bodyPr wrap="none" lIns="0" tIns="0" rIns="0" bIns="0" rtlCol="0" anchor="t"/>
          <a:lstStyle/>
          <a:p>
            <a:pPr algn="ctr">
              <a:lnSpc>
                <a:spcPts val="5550"/>
              </a:lnSpc>
            </a:pPr>
            <a:r>
              <a:rPr lang="en-US" sz="4000" dirty="0">
                <a:solidFill>
                  <a:srgbClr val="000000"/>
                </a:solidFill>
                <a:latin typeface="Inter Bold" pitchFamily="34" charset="0"/>
                <a:ea typeface="Inter Bold" pitchFamily="34" charset="-122"/>
                <a:cs typeface="Inter Bold" pitchFamily="34" charset="-120"/>
              </a:rPr>
              <a:t>Challenges</a:t>
            </a:r>
            <a:endParaRPr lang="en-US" sz="4000" dirty="0">
              <a:latin typeface="Inter Bold" pitchFamily="34" charset="0"/>
              <a:ea typeface="Inter Bold" pitchFamily="34" charset="-122"/>
            </a:endParaRPr>
          </a:p>
          <a:p>
            <a:pPr marL="0" indent="0" algn="ctr">
              <a:lnSpc>
                <a:spcPts val="5550"/>
              </a:lnSpc>
              <a:buNone/>
            </a:pPr>
            <a:endParaRPr lang="en-US" sz="4000" dirty="0"/>
          </a:p>
        </p:txBody>
      </p:sp>
      <p:sp>
        <p:nvSpPr>
          <p:cNvPr id="6" name="Shape 2">
            <a:extLst>
              <a:ext uri="{FF2B5EF4-FFF2-40B4-BE49-F238E27FC236}">
                <a16:creationId xmlns:a16="http://schemas.microsoft.com/office/drawing/2014/main" id="{2E3CE927-8373-913D-B380-B66197D685FA}"/>
              </a:ext>
            </a:extLst>
          </p:cNvPr>
          <p:cNvSpPr/>
          <p:nvPr/>
        </p:nvSpPr>
        <p:spPr>
          <a:xfrm>
            <a:off x="611925" y="1133898"/>
            <a:ext cx="7556421" cy="1204198"/>
          </a:xfrm>
          <a:prstGeom prst="roundRect">
            <a:avLst>
              <a:gd name="adj" fmla="val 9112"/>
            </a:avLst>
          </a:prstGeom>
          <a:solidFill>
            <a:srgbClr val="FFFFFF"/>
          </a:solidFill>
          <a:ln w="22860">
            <a:solidFill>
              <a:srgbClr val="C0C1D7"/>
            </a:solidFill>
            <a:prstDash val="solid"/>
          </a:ln>
        </p:spPr>
        <p:txBody>
          <a:bodyPr/>
          <a:lstStyle/>
          <a:p>
            <a:endParaRPr lang="nl-NL" sz="1200"/>
          </a:p>
        </p:txBody>
      </p:sp>
      <p:sp>
        <p:nvSpPr>
          <p:cNvPr id="7" name="Text 4">
            <a:extLst>
              <a:ext uri="{FF2B5EF4-FFF2-40B4-BE49-F238E27FC236}">
                <a16:creationId xmlns:a16="http://schemas.microsoft.com/office/drawing/2014/main" id="{BAC114A7-E6D4-30FD-C37F-57EF04EF5C8A}"/>
              </a:ext>
            </a:extLst>
          </p:cNvPr>
          <p:cNvSpPr/>
          <p:nvPr/>
        </p:nvSpPr>
        <p:spPr>
          <a:xfrm>
            <a:off x="873386" y="1326779"/>
            <a:ext cx="2539841" cy="265747"/>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Inter Bold" pitchFamily="34" charset="0"/>
                <a:ea typeface="Inter Bold" pitchFamily="34" charset="-122"/>
                <a:cs typeface="Inter Bold" pitchFamily="34" charset="-120"/>
              </a:rPr>
              <a:t>No ZIP</a:t>
            </a:r>
            <a:endParaRPr lang="en-US" sz="1600" dirty="0"/>
          </a:p>
        </p:txBody>
      </p:sp>
      <p:sp>
        <p:nvSpPr>
          <p:cNvPr id="8" name="Text 5">
            <a:extLst>
              <a:ext uri="{FF2B5EF4-FFF2-40B4-BE49-F238E27FC236}">
                <a16:creationId xmlns:a16="http://schemas.microsoft.com/office/drawing/2014/main" id="{B42E62D4-96F6-97F7-631F-5E691155D591}"/>
              </a:ext>
            </a:extLst>
          </p:cNvPr>
          <p:cNvSpPr/>
          <p:nvPr/>
        </p:nvSpPr>
        <p:spPr>
          <a:xfrm>
            <a:off x="873386" y="1736348"/>
            <a:ext cx="7102078" cy="476250"/>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rPr>
              <a:t>Images packed as zip folders are bypassed , so IIIF can not operate here. </a:t>
            </a:r>
            <a:endParaRPr lang="en-US" sz="1200" dirty="0"/>
          </a:p>
        </p:txBody>
      </p:sp>
      <p:sp>
        <p:nvSpPr>
          <p:cNvPr id="9" name="Shape 6">
            <a:extLst>
              <a:ext uri="{FF2B5EF4-FFF2-40B4-BE49-F238E27FC236}">
                <a16:creationId xmlns:a16="http://schemas.microsoft.com/office/drawing/2014/main" id="{C6B39223-5D92-C076-4C78-1B0A44E7438C}"/>
              </a:ext>
            </a:extLst>
          </p:cNvPr>
          <p:cNvSpPr/>
          <p:nvPr/>
        </p:nvSpPr>
        <p:spPr>
          <a:xfrm>
            <a:off x="611925" y="2465612"/>
            <a:ext cx="7556421" cy="1204198"/>
          </a:xfrm>
          <a:prstGeom prst="roundRect">
            <a:avLst>
              <a:gd name="adj" fmla="val 9112"/>
            </a:avLst>
          </a:prstGeom>
          <a:solidFill>
            <a:srgbClr val="FFFFFF"/>
          </a:solidFill>
          <a:ln w="22860">
            <a:solidFill>
              <a:srgbClr val="C0C1D7"/>
            </a:solidFill>
            <a:prstDash val="solid"/>
          </a:ln>
        </p:spPr>
        <p:txBody>
          <a:bodyPr/>
          <a:lstStyle/>
          <a:p>
            <a:endParaRPr lang="nl-NL" sz="1200"/>
          </a:p>
        </p:txBody>
      </p:sp>
      <p:sp>
        <p:nvSpPr>
          <p:cNvPr id="10" name="Text 8">
            <a:extLst>
              <a:ext uri="{FF2B5EF4-FFF2-40B4-BE49-F238E27FC236}">
                <a16:creationId xmlns:a16="http://schemas.microsoft.com/office/drawing/2014/main" id="{F6077272-1CCA-D486-BAEE-114BAC37C835}"/>
              </a:ext>
            </a:extLst>
          </p:cNvPr>
          <p:cNvSpPr/>
          <p:nvPr/>
        </p:nvSpPr>
        <p:spPr>
          <a:xfrm>
            <a:off x="873385" y="2658493"/>
            <a:ext cx="3021281" cy="265747"/>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Inter Bold" pitchFamily="34" charset="0"/>
                <a:ea typeface="Inter Bold" pitchFamily="34" charset="-122"/>
                <a:cs typeface="Inter Bold" pitchFamily="34" charset="-120"/>
              </a:rPr>
              <a:t>Allow metadata entry per file </a:t>
            </a:r>
            <a:endParaRPr lang="en-US" sz="1600" dirty="0"/>
          </a:p>
        </p:txBody>
      </p:sp>
      <p:sp>
        <p:nvSpPr>
          <p:cNvPr id="11" name="Text 9">
            <a:extLst>
              <a:ext uri="{FF2B5EF4-FFF2-40B4-BE49-F238E27FC236}">
                <a16:creationId xmlns:a16="http://schemas.microsoft.com/office/drawing/2014/main" id="{7003585F-B7FE-896D-8AE3-F45B47297457}"/>
              </a:ext>
            </a:extLst>
          </p:cNvPr>
          <p:cNvSpPr/>
          <p:nvPr/>
        </p:nvSpPr>
        <p:spPr>
          <a:xfrm>
            <a:off x="873386" y="3000679"/>
            <a:ext cx="7102078" cy="476250"/>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To support for example geolocation of time coverage per file  </a:t>
            </a:r>
            <a:endParaRPr lang="en-US" sz="1200" dirty="0"/>
          </a:p>
        </p:txBody>
      </p:sp>
      <p:sp>
        <p:nvSpPr>
          <p:cNvPr id="15" name="Shape 14">
            <a:extLst>
              <a:ext uri="{FF2B5EF4-FFF2-40B4-BE49-F238E27FC236}">
                <a16:creationId xmlns:a16="http://schemas.microsoft.com/office/drawing/2014/main" id="{D259B2B2-9F91-092A-C120-F0AE230F2F85}"/>
              </a:ext>
            </a:extLst>
          </p:cNvPr>
          <p:cNvSpPr/>
          <p:nvPr/>
        </p:nvSpPr>
        <p:spPr>
          <a:xfrm>
            <a:off x="611924" y="3862691"/>
            <a:ext cx="7556421" cy="1204198"/>
          </a:xfrm>
          <a:prstGeom prst="roundRect">
            <a:avLst>
              <a:gd name="adj" fmla="val 9112"/>
            </a:avLst>
          </a:prstGeom>
          <a:solidFill>
            <a:srgbClr val="FFFFFF"/>
          </a:solidFill>
          <a:ln w="22860">
            <a:solidFill>
              <a:srgbClr val="C0C1D7"/>
            </a:solidFill>
            <a:prstDash val="solid"/>
          </a:ln>
        </p:spPr>
        <p:txBody>
          <a:bodyPr/>
          <a:lstStyle/>
          <a:p>
            <a:endParaRPr lang="nl-NL" sz="1200"/>
          </a:p>
        </p:txBody>
      </p:sp>
      <p:sp>
        <p:nvSpPr>
          <p:cNvPr id="16" name="Text 16">
            <a:extLst>
              <a:ext uri="{FF2B5EF4-FFF2-40B4-BE49-F238E27FC236}">
                <a16:creationId xmlns:a16="http://schemas.microsoft.com/office/drawing/2014/main" id="{5BC16FF7-3065-7EE3-361A-78759DE11565}"/>
              </a:ext>
            </a:extLst>
          </p:cNvPr>
          <p:cNvSpPr/>
          <p:nvPr/>
        </p:nvSpPr>
        <p:spPr>
          <a:xfrm>
            <a:off x="873385" y="4079039"/>
            <a:ext cx="2126456" cy="265747"/>
          </a:xfrm>
          <a:prstGeom prst="rect">
            <a:avLst/>
          </a:prstGeom>
          <a:noFill/>
          <a:ln/>
        </p:spPr>
        <p:txBody>
          <a:bodyPr wrap="none" lIns="0" tIns="0" rIns="0" bIns="0" rtlCol="0" anchor="t"/>
          <a:lstStyle/>
          <a:p>
            <a:pPr marL="0" indent="0" algn="l">
              <a:lnSpc>
                <a:spcPts val="2050"/>
              </a:lnSpc>
              <a:buNone/>
            </a:pPr>
            <a:r>
              <a:rPr lang="en-US" sz="1600" b="1" dirty="0">
                <a:solidFill>
                  <a:srgbClr val="272525"/>
                </a:solidFill>
                <a:latin typeface="Inter Bold" pitchFamily="34" charset="0"/>
                <a:ea typeface="Inter Bold" pitchFamily="34" charset="-122"/>
                <a:cs typeface="Inter Bold" pitchFamily="34" charset="-120"/>
              </a:rPr>
              <a:t>Caching </a:t>
            </a:r>
            <a:endParaRPr lang="en-US" sz="1600" dirty="0"/>
          </a:p>
        </p:txBody>
      </p:sp>
      <p:sp>
        <p:nvSpPr>
          <p:cNvPr id="17" name="Text 17">
            <a:extLst>
              <a:ext uri="{FF2B5EF4-FFF2-40B4-BE49-F238E27FC236}">
                <a16:creationId xmlns:a16="http://schemas.microsoft.com/office/drawing/2014/main" id="{12AC68B2-29E1-B198-F03A-BCC761CF371A}"/>
              </a:ext>
            </a:extLst>
          </p:cNvPr>
          <p:cNvSpPr/>
          <p:nvPr/>
        </p:nvSpPr>
        <p:spPr>
          <a:xfrm>
            <a:off x="823154" y="4479099"/>
            <a:ext cx="7102078" cy="476250"/>
          </a:xfrm>
          <a:prstGeom prst="rect">
            <a:avLst/>
          </a:prstGeom>
          <a:noFill/>
          <a:ln/>
        </p:spPr>
        <p:txBody>
          <a:bodyPr wrap="square" lIns="0" tIns="0" rIns="0" bIns="0" rtlCol="0" anchor="t"/>
          <a:lstStyle/>
          <a:p>
            <a:pPr marL="0" indent="0" algn="l">
              <a:lnSpc>
                <a:spcPts val="1850"/>
              </a:lnSpc>
              <a:buNone/>
            </a:pPr>
            <a:r>
              <a:rPr lang="en-US" sz="1200" dirty="0">
                <a:solidFill>
                  <a:srgbClr val="272525"/>
                </a:solidFill>
                <a:latin typeface="Inter" pitchFamily="34" charset="0"/>
                <a:ea typeface="Inter" pitchFamily="34" charset="-122"/>
                <a:cs typeface="Inter" pitchFamily="34" charset="-120"/>
              </a:rPr>
              <a:t>Keep a balance between dynamic rendering and caching is always a challenge! </a:t>
            </a:r>
            <a:endParaRPr lang="en-US" sz="1200" dirty="0"/>
          </a:p>
        </p:txBody>
      </p:sp>
    </p:spTree>
    <p:extLst>
      <p:ext uri="{BB962C8B-B14F-4D97-AF65-F5344CB8AC3E}">
        <p14:creationId xmlns:p14="http://schemas.microsoft.com/office/powerpoint/2010/main" val="2937695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50"/>
          <p:cNvSpPr txBox="1">
            <a:spLocks noGrp="1"/>
          </p:cNvSpPr>
          <p:nvPr>
            <p:ph type="body" idx="1"/>
          </p:nvPr>
        </p:nvSpPr>
        <p:spPr>
          <a:xfrm>
            <a:off x="290255" y="201884"/>
            <a:ext cx="2408100" cy="247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300"/>
              <a:buNone/>
            </a:pPr>
            <a:r>
              <a:rPr lang="de-DE"/>
              <a:t>SUBTITLE</a:t>
            </a:r>
            <a:endParaRPr/>
          </a:p>
        </p:txBody>
      </p:sp>
      <p:sp>
        <p:nvSpPr>
          <p:cNvPr id="1144" name="Google Shape;1144;p50"/>
          <p:cNvSpPr txBox="1">
            <a:spLocks noGrp="1"/>
          </p:cNvSpPr>
          <p:nvPr>
            <p:ph type="body" idx="1"/>
          </p:nvPr>
        </p:nvSpPr>
        <p:spPr>
          <a:xfrm>
            <a:off x="1494373" y="5128324"/>
            <a:ext cx="1974300" cy="8037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1500"/>
              <a:buNone/>
            </a:pPr>
            <a:r>
              <a:rPr lang="de-DE"/>
              <a:t>Trusted</a:t>
            </a:r>
            <a:br>
              <a:rPr lang="de-DE"/>
            </a:br>
            <a:r>
              <a:rPr lang="de-DE"/>
              <a:t>Inclusive</a:t>
            </a:r>
            <a:br>
              <a:rPr lang="de-DE"/>
            </a:br>
            <a:r>
              <a:rPr lang="de-DE"/>
              <a:t>Collaborative</a:t>
            </a:r>
            <a:endParaRPr/>
          </a:p>
        </p:txBody>
      </p:sp>
      <p:sp>
        <p:nvSpPr>
          <p:cNvPr id="1145" name="Google Shape;1145;p50"/>
          <p:cNvSpPr txBox="1">
            <a:spLocks noGrp="1"/>
          </p:cNvSpPr>
          <p:nvPr>
            <p:ph type="body" idx="2"/>
          </p:nvPr>
        </p:nvSpPr>
        <p:spPr>
          <a:xfrm>
            <a:off x="2249997" y="4779000"/>
            <a:ext cx="555600" cy="1863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00"/>
              <a:buNone/>
            </a:pPr>
            <a:r>
              <a:rPr lang="de-DE" dirty="0"/>
              <a:t>VALUES</a:t>
            </a:r>
            <a:endParaRPr dirty="0"/>
          </a:p>
        </p:txBody>
      </p:sp>
      <p:sp>
        <p:nvSpPr>
          <p:cNvPr id="1146" name="Google Shape;1146;p50"/>
          <p:cNvSpPr txBox="1">
            <a:spLocks noGrp="1"/>
          </p:cNvSpPr>
          <p:nvPr>
            <p:ph type="body" idx="3"/>
          </p:nvPr>
        </p:nvSpPr>
        <p:spPr>
          <a:xfrm>
            <a:off x="2249997" y="3212864"/>
            <a:ext cx="653100" cy="1863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00"/>
              <a:buNone/>
            </a:pPr>
            <a:r>
              <a:rPr lang="de-DE"/>
              <a:t>MISSION</a:t>
            </a:r>
            <a:endParaRPr/>
          </a:p>
        </p:txBody>
      </p:sp>
      <p:sp>
        <p:nvSpPr>
          <p:cNvPr id="1147" name="Google Shape;1147;p50"/>
          <p:cNvSpPr txBox="1">
            <a:spLocks noGrp="1"/>
          </p:cNvSpPr>
          <p:nvPr>
            <p:ph type="body" idx="4"/>
          </p:nvPr>
        </p:nvSpPr>
        <p:spPr>
          <a:xfrm>
            <a:off x="1185621" y="2558554"/>
            <a:ext cx="1296000" cy="261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latin typeface="Inter Light"/>
                <a:ea typeface="Inter Light"/>
                <a:cs typeface="Inter Light"/>
                <a:sym typeface="Inter Light"/>
              </a:rPr>
              <a:t>Infrastructure</a:t>
            </a:r>
            <a:endParaRPr>
              <a:latin typeface="Inter Light"/>
              <a:ea typeface="Inter Light"/>
              <a:cs typeface="Inter Light"/>
              <a:sym typeface="Inter Light"/>
            </a:endParaRPr>
          </a:p>
        </p:txBody>
      </p:sp>
      <p:sp>
        <p:nvSpPr>
          <p:cNvPr id="1148" name="Google Shape;1148;p50"/>
          <p:cNvSpPr txBox="1">
            <a:spLocks noGrp="1"/>
          </p:cNvSpPr>
          <p:nvPr>
            <p:ph type="body" idx="5"/>
          </p:nvPr>
        </p:nvSpPr>
        <p:spPr>
          <a:xfrm>
            <a:off x="2481511" y="2558550"/>
            <a:ext cx="1296000" cy="261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latin typeface="Inter Light"/>
                <a:ea typeface="Inter Light"/>
                <a:cs typeface="Inter Light"/>
                <a:sym typeface="Inter Light"/>
              </a:rPr>
              <a:t>Community</a:t>
            </a:r>
            <a:endParaRPr>
              <a:latin typeface="Inter Light"/>
              <a:ea typeface="Inter Light"/>
              <a:cs typeface="Inter Light"/>
              <a:sym typeface="Inter Light"/>
            </a:endParaRPr>
          </a:p>
        </p:txBody>
      </p:sp>
      <p:sp>
        <p:nvSpPr>
          <p:cNvPr id="1149" name="Google Shape;1149;p50"/>
          <p:cNvSpPr txBox="1">
            <a:spLocks noGrp="1"/>
          </p:cNvSpPr>
          <p:nvPr>
            <p:ph type="body" idx="6"/>
          </p:nvPr>
        </p:nvSpPr>
        <p:spPr>
          <a:xfrm>
            <a:off x="1185619" y="3843429"/>
            <a:ext cx="1296000" cy="261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latin typeface="Inter Light"/>
                <a:ea typeface="Inter Light"/>
                <a:cs typeface="Inter Light"/>
                <a:sym typeface="Inter Light"/>
              </a:rPr>
              <a:t>Skills</a:t>
            </a:r>
            <a:endParaRPr>
              <a:latin typeface="Inter Light"/>
              <a:ea typeface="Inter Light"/>
              <a:cs typeface="Inter Light"/>
              <a:sym typeface="Inter Light"/>
            </a:endParaRPr>
          </a:p>
        </p:txBody>
      </p:sp>
      <p:sp>
        <p:nvSpPr>
          <p:cNvPr id="1150" name="Google Shape;1150;p50"/>
          <p:cNvSpPr txBox="1">
            <a:spLocks noGrp="1"/>
          </p:cNvSpPr>
          <p:nvPr>
            <p:ph type="body" idx="7"/>
          </p:nvPr>
        </p:nvSpPr>
        <p:spPr>
          <a:xfrm>
            <a:off x="2481511" y="3843433"/>
            <a:ext cx="1296000" cy="261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latin typeface="Inter Light"/>
                <a:ea typeface="Inter Light"/>
                <a:cs typeface="Inter Light"/>
                <a:sym typeface="Inter Light"/>
              </a:rPr>
              <a:t>Partnerships</a:t>
            </a:r>
            <a:endParaRPr>
              <a:latin typeface="Inter Light"/>
              <a:ea typeface="Inter Light"/>
              <a:cs typeface="Inter Light"/>
              <a:sym typeface="Inter Light"/>
            </a:endParaRPr>
          </a:p>
        </p:txBody>
      </p:sp>
      <p:sp>
        <p:nvSpPr>
          <p:cNvPr id="1151" name="Google Shape;1151;p50"/>
          <p:cNvSpPr txBox="1">
            <a:spLocks noGrp="1"/>
          </p:cNvSpPr>
          <p:nvPr>
            <p:ph type="body" idx="8"/>
          </p:nvPr>
        </p:nvSpPr>
        <p:spPr>
          <a:xfrm>
            <a:off x="8723396" y="5128324"/>
            <a:ext cx="1974233" cy="803706"/>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1500"/>
              <a:buNone/>
            </a:pPr>
            <a:r>
              <a:rPr lang="de-DE"/>
              <a:t>Shared challenges</a:t>
            </a:r>
            <a:br>
              <a:rPr lang="de-DE"/>
            </a:br>
            <a:r>
              <a:rPr lang="de-DE"/>
              <a:t>and opportunities</a:t>
            </a:r>
            <a:endParaRPr/>
          </a:p>
        </p:txBody>
      </p:sp>
      <p:sp>
        <p:nvSpPr>
          <p:cNvPr id="1152" name="Google Shape;1152;p50"/>
          <p:cNvSpPr txBox="1">
            <a:spLocks noGrp="1"/>
          </p:cNvSpPr>
          <p:nvPr>
            <p:ph type="body" idx="9"/>
          </p:nvPr>
        </p:nvSpPr>
        <p:spPr>
          <a:xfrm>
            <a:off x="9479020" y="4779000"/>
            <a:ext cx="555625" cy="18626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00"/>
              <a:buNone/>
            </a:pPr>
            <a:r>
              <a:rPr lang="de-DE"/>
              <a:t>VISION</a:t>
            </a:r>
            <a:endParaRPr/>
          </a:p>
        </p:txBody>
      </p:sp>
      <p:sp>
        <p:nvSpPr>
          <p:cNvPr id="1153" name="Google Shape;1153;p50"/>
          <p:cNvSpPr txBox="1">
            <a:spLocks noGrp="1"/>
          </p:cNvSpPr>
          <p:nvPr>
            <p:ph type="body" idx="13"/>
          </p:nvPr>
        </p:nvSpPr>
        <p:spPr>
          <a:xfrm>
            <a:off x="5139796" y="3691815"/>
            <a:ext cx="2394514" cy="803706"/>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1500"/>
              <a:buNone/>
            </a:pPr>
            <a:r>
              <a:rPr lang="de-DE"/>
              <a:t>International community</a:t>
            </a:r>
            <a:br>
              <a:rPr lang="de-DE"/>
            </a:br>
            <a:r>
              <a:rPr lang="de-DE"/>
              <a:t>National community</a:t>
            </a:r>
            <a:endParaRPr/>
          </a:p>
        </p:txBody>
      </p:sp>
      <p:sp>
        <p:nvSpPr>
          <p:cNvPr id="1154" name="Google Shape;1154;p50"/>
          <p:cNvSpPr txBox="1">
            <a:spLocks noGrp="1"/>
          </p:cNvSpPr>
          <p:nvPr>
            <p:ph type="body" idx="14"/>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155" name="Google Shape;1155;p50"/>
          <p:cNvSpPr txBox="1">
            <a:spLocks noGrp="1"/>
          </p:cNvSpPr>
          <p:nvPr>
            <p:ph type="body" idx="15"/>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
        <p:nvSpPr>
          <p:cNvPr id="1156" name="Google Shape;1156;p50"/>
          <p:cNvSpPr/>
          <p:nvPr/>
        </p:nvSpPr>
        <p:spPr>
          <a:xfrm>
            <a:off x="1185621" y="3315129"/>
            <a:ext cx="1296000" cy="1296000"/>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57" name="Google Shape;1157;p50"/>
          <p:cNvSpPr/>
          <p:nvPr/>
        </p:nvSpPr>
        <p:spPr>
          <a:xfrm>
            <a:off x="2481488" y="3315129"/>
            <a:ext cx="1296000" cy="1296000"/>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58" name="Google Shape;1158;p50"/>
          <p:cNvSpPr/>
          <p:nvPr/>
        </p:nvSpPr>
        <p:spPr>
          <a:xfrm>
            <a:off x="1185621" y="2019262"/>
            <a:ext cx="1296000" cy="1296000"/>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59" name="Google Shape;1159;p50"/>
          <p:cNvSpPr/>
          <p:nvPr/>
        </p:nvSpPr>
        <p:spPr>
          <a:xfrm>
            <a:off x="2481488" y="2019262"/>
            <a:ext cx="1296000" cy="1296000"/>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160" name="Google Shape;1160;p50" descr="Ein Bild, das Kreis, Symmetrie, Reihe, Design enthält.&#10;&#10;KI-generierte Inhalte können fehlerhaft sein."/>
          <p:cNvPicPr preferRelativeResize="0"/>
          <p:nvPr/>
        </p:nvPicPr>
        <p:blipFill rotWithShape="1">
          <a:blip r:embed="rId3">
            <a:alphaModFix/>
          </a:blip>
          <a:srcRect/>
          <a:stretch/>
        </p:blipFill>
        <p:spPr>
          <a:xfrm>
            <a:off x="8830179" y="2651257"/>
            <a:ext cx="1760666" cy="1781794"/>
          </a:xfrm>
          <a:prstGeom prst="rect">
            <a:avLst/>
          </a:prstGeom>
          <a:noFill/>
          <a:ln>
            <a:noFill/>
          </a:ln>
        </p:spPr>
      </p:pic>
      <p:cxnSp>
        <p:nvCxnSpPr>
          <p:cNvPr id="1161" name="Google Shape;1161;p50"/>
          <p:cNvCxnSpPr/>
          <p:nvPr/>
        </p:nvCxnSpPr>
        <p:spPr>
          <a:xfrm>
            <a:off x="4572000" y="3429000"/>
            <a:ext cx="3467100" cy="0"/>
          </a:xfrm>
          <a:prstGeom prst="straightConnector1">
            <a:avLst/>
          </a:prstGeom>
          <a:noFill/>
          <a:ln w="12700" cap="flat" cmpd="sng">
            <a:solidFill>
              <a:schemeClr val="lt1"/>
            </a:solidFill>
            <a:prstDash val="solid"/>
            <a:miter lim="800000"/>
            <a:headEnd type="none" w="sm" len="sm"/>
            <a:tailEnd type="stealth" w="med" len="med"/>
          </a:ln>
        </p:spPr>
      </p:cxnSp>
      <p:pic>
        <p:nvPicPr>
          <p:cNvPr id="1162" name="Google Shape;1162;p50" descr="Ein Bild, das Text, Schrift, Grafiken, Grafikdesign enthält.&#10;&#10;KI-generierte Inhalte können fehlerhaft sein."/>
          <p:cNvPicPr preferRelativeResize="0"/>
          <p:nvPr/>
        </p:nvPicPr>
        <p:blipFill rotWithShape="1">
          <a:blip r:embed="rId4">
            <a:alphaModFix/>
          </a:blip>
          <a:srcRect l="33255" r="42579" b="58117"/>
          <a:stretch/>
        </p:blipFill>
        <p:spPr>
          <a:xfrm>
            <a:off x="5960815" y="2819846"/>
            <a:ext cx="752475" cy="34634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51"/>
          <p:cNvSpPr txBox="1">
            <a:spLocks noGrp="1"/>
          </p:cNvSpPr>
          <p:nvPr>
            <p:ph type="body" idx="1"/>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168" name="Google Shape;1168;p51"/>
          <p:cNvSpPr txBox="1">
            <a:spLocks noGrp="1"/>
          </p:cNvSpPr>
          <p:nvPr>
            <p:ph type="body" idx="2"/>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
        <p:nvSpPr>
          <p:cNvPr id="1169" name="Google Shape;1169;p51"/>
          <p:cNvSpPr txBox="1">
            <a:spLocks noGrp="1"/>
          </p:cNvSpPr>
          <p:nvPr>
            <p:ph type="body" idx="3"/>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300"/>
              <a:buNone/>
            </a:pPr>
            <a:r>
              <a:rPr lang="de-DE"/>
              <a:t>SUBTITLE</a:t>
            </a:r>
            <a:endParaRPr/>
          </a:p>
        </p:txBody>
      </p:sp>
      <p:sp>
        <p:nvSpPr>
          <p:cNvPr id="1170" name="Google Shape;1170;p51"/>
          <p:cNvSpPr txBox="1">
            <a:spLocks noGrp="1"/>
          </p:cNvSpPr>
          <p:nvPr>
            <p:ph type="body" idx="4"/>
          </p:nvPr>
        </p:nvSpPr>
        <p:spPr>
          <a:xfrm>
            <a:off x="163758" y="507041"/>
            <a:ext cx="7467561" cy="1166484"/>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2000"/>
              <a:buNone/>
            </a:pPr>
            <a:r>
              <a:rPr lang="de-DE">
                <a:latin typeface="Inter Medium"/>
                <a:ea typeface="Inter Medium"/>
                <a:cs typeface="Inter Medium"/>
                <a:sym typeface="Inter Medium"/>
              </a:rPr>
              <a:t>This is an introduction text.</a:t>
            </a:r>
            <a:r>
              <a:rPr lang="de-DE">
                <a:latin typeface="Arial"/>
                <a:ea typeface="Arial"/>
                <a:cs typeface="Arial"/>
                <a:sym typeface="Arial"/>
              </a:rPr>
              <a:t> </a:t>
            </a:r>
            <a:r>
              <a:rPr lang="de-DE"/>
              <a:t>Lorem ipsum dolor sit amet consectetur adipiscing elit. Quisque faucibus ex sapien vitae pellentesque sem placerat.</a:t>
            </a:r>
            <a:endParaRPr/>
          </a:p>
        </p:txBody>
      </p:sp>
      <p:pic>
        <p:nvPicPr>
          <p:cNvPr id="1171" name="Google Shape;1171;p51" descr="Ein Bild, das Muster, Screenshot, Quadrat, Rechteck enthält.&#10;&#10;KI-generierte Inhalte können fehlerhaft sein."/>
          <p:cNvPicPr preferRelativeResize="0"/>
          <p:nvPr/>
        </p:nvPicPr>
        <p:blipFill rotWithShape="1">
          <a:blip r:embed="rId3">
            <a:alphaModFix/>
          </a:blip>
          <a:srcRect/>
          <a:stretch/>
        </p:blipFill>
        <p:spPr>
          <a:xfrm>
            <a:off x="173283" y="2591716"/>
            <a:ext cx="1674567" cy="1674567"/>
          </a:xfrm>
          <a:prstGeom prst="rect">
            <a:avLst/>
          </a:prstGeom>
          <a:noFill/>
          <a:ln>
            <a:noFill/>
          </a:ln>
        </p:spPr>
      </p:pic>
      <p:sp>
        <p:nvSpPr>
          <p:cNvPr id="1172" name="Google Shape;1172;p51"/>
          <p:cNvSpPr txBox="1"/>
          <p:nvPr/>
        </p:nvSpPr>
        <p:spPr>
          <a:xfrm>
            <a:off x="164497"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b="0" i="0" u="none" strike="noStrike" cap="none">
                <a:solidFill>
                  <a:schemeClr val="dk1"/>
                </a:solidFill>
                <a:latin typeface="Inter Medium"/>
                <a:ea typeface="Inter Medium"/>
                <a:cs typeface="Inter Medium"/>
                <a:sym typeface="Inter Medium"/>
              </a:rPr>
              <a:t>1. Infrastructure</a:t>
            </a:r>
            <a:endParaRPr sz="1400" b="0" i="0" u="none" strike="noStrike" cap="none">
              <a:solidFill>
                <a:srgbClr val="000000"/>
              </a:solidFill>
              <a:latin typeface="Inter Medium"/>
              <a:ea typeface="Inter Medium"/>
              <a:cs typeface="Inter Medium"/>
              <a:sym typeface="Inter Medium"/>
            </a:endParaRPr>
          </a:p>
        </p:txBody>
      </p:sp>
      <p:sp>
        <p:nvSpPr>
          <p:cNvPr id="1173" name="Google Shape;1173;p51"/>
          <p:cNvSpPr txBox="1"/>
          <p:nvPr/>
        </p:nvSpPr>
        <p:spPr>
          <a:xfrm>
            <a:off x="164497"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b="0" i="0" u="none" strike="noStrike" cap="none">
                <a:solidFill>
                  <a:schemeClr val="dk1"/>
                </a:solidFill>
                <a:latin typeface="Arial"/>
                <a:ea typeface="Arial"/>
                <a:cs typeface="Arial"/>
                <a:sym typeface="Arial"/>
              </a:rPr>
              <a:t>Provide leading domainspecific</a:t>
            </a:r>
            <a:br>
              <a:rPr lang="de-DE" sz="1100" b="0" i="0" u="none" strike="noStrike" cap="none">
                <a:solidFill>
                  <a:schemeClr val="dk1"/>
                </a:solidFill>
                <a:latin typeface="Arial"/>
                <a:ea typeface="Arial"/>
                <a:cs typeface="Arial"/>
                <a:sym typeface="Arial"/>
              </a:rPr>
            </a:br>
            <a:r>
              <a:rPr lang="de-DE" sz="1100" b="0" i="0" u="none" strike="noStrike" cap="none">
                <a:solidFill>
                  <a:schemeClr val="dk1"/>
                </a:solidFill>
                <a:latin typeface="Arial"/>
                <a:ea typeface="Arial"/>
                <a:cs typeface="Arial"/>
                <a:sym typeface="Arial"/>
              </a:rPr>
              <a:t>infrastructure for research data and software.</a:t>
            </a:r>
            <a:endParaRPr sz="1100" b="0" i="0" u="none" strike="noStrike" cap="none">
              <a:solidFill>
                <a:schemeClr val="dk1"/>
              </a:solidFill>
              <a:latin typeface="Arial"/>
              <a:ea typeface="Arial"/>
              <a:cs typeface="Arial"/>
              <a:sym typeface="Arial"/>
            </a:endParaRPr>
          </a:p>
        </p:txBody>
      </p:sp>
      <p:pic>
        <p:nvPicPr>
          <p:cNvPr id="1174" name="Google Shape;1174;p51"/>
          <p:cNvPicPr preferRelativeResize="0"/>
          <p:nvPr/>
        </p:nvPicPr>
        <p:blipFill rotWithShape="1">
          <a:blip r:embed="rId4">
            <a:alphaModFix/>
          </a:blip>
          <a:srcRect/>
          <a:stretch/>
        </p:blipFill>
        <p:spPr>
          <a:xfrm>
            <a:off x="2973633" y="2591716"/>
            <a:ext cx="1674567" cy="1674567"/>
          </a:xfrm>
          <a:prstGeom prst="rect">
            <a:avLst/>
          </a:prstGeom>
          <a:noFill/>
          <a:ln>
            <a:noFill/>
          </a:ln>
        </p:spPr>
      </p:pic>
      <p:sp>
        <p:nvSpPr>
          <p:cNvPr id="1175" name="Google Shape;1175;p51"/>
          <p:cNvSpPr txBox="1"/>
          <p:nvPr/>
        </p:nvSpPr>
        <p:spPr>
          <a:xfrm>
            <a:off x="2964847"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b="0" i="0" u="none" strike="noStrike" cap="none">
                <a:solidFill>
                  <a:schemeClr val="dk1"/>
                </a:solidFill>
                <a:latin typeface="Inter Medium"/>
                <a:ea typeface="Inter Medium"/>
                <a:cs typeface="Inter Medium"/>
                <a:sym typeface="Inter Medium"/>
              </a:rPr>
              <a:t>2. Community</a:t>
            </a:r>
            <a:endParaRPr sz="1400" b="0" i="0" u="none" strike="noStrike" cap="none">
              <a:solidFill>
                <a:srgbClr val="000000"/>
              </a:solidFill>
              <a:latin typeface="Inter Medium"/>
              <a:ea typeface="Inter Medium"/>
              <a:cs typeface="Inter Medium"/>
              <a:sym typeface="Inter Medium"/>
            </a:endParaRPr>
          </a:p>
        </p:txBody>
      </p:sp>
      <p:sp>
        <p:nvSpPr>
          <p:cNvPr id="1176" name="Google Shape;1176;p51"/>
          <p:cNvSpPr txBox="1"/>
          <p:nvPr/>
        </p:nvSpPr>
        <p:spPr>
          <a:xfrm>
            <a:off x="2964847"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b="0" i="0" u="none" strike="noStrike" cap="none">
                <a:solidFill>
                  <a:schemeClr val="dk1"/>
                </a:solidFill>
                <a:latin typeface="Arial"/>
                <a:ea typeface="Arial"/>
                <a:cs typeface="Arial"/>
                <a:sym typeface="Arial"/>
              </a:rPr>
              <a:t>Foster a culture and community to support FAIR data and software.</a:t>
            </a:r>
            <a:endParaRPr sz="1100" b="0" i="0" u="none" strike="noStrike" cap="none">
              <a:solidFill>
                <a:schemeClr val="dk1"/>
              </a:solidFill>
              <a:latin typeface="Arial"/>
              <a:ea typeface="Arial"/>
              <a:cs typeface="Arial"/>
              <a:sym typeface="Arial"/>
            </a:endParaRPr>
          </a:p>
        </p:txBody>
      </p:sp>
      <p:pic>
        <p:nvPicPr>
          <p:cNvPr id="1177" name="Google Shape;1177;p51"/>
          <p:cNvPicPr preferRelativeResize="0"/>
          <p:nvPr/>
        </p:nvPicPr>
        <p:blipFill rotWithShape="1">
          <a:blip r:embed="rId5">
            <a:alphaModFix/>
          </a:blip>
          <a:srcRect/>
          <a:stretch/>
        </p:blipFill>
        <p:spPr>
          <a:xfrm>
            <a:off x="6031157" y="2591716"/>
            <a:ext cx="1674567" cy="1674567"/>
          </a:xfrm>
          <a:prstGeom prst="rect">
            <a:avLst/>
          </a:prstGeom>
          <a:noFill/>
          <a:ln>
            <a:noFill/>
          </a:ln>
        </p:spPr>
      </p:pic>
      <p:sp>
        <p:nvSpPr>
          <p:cNvPr id="1178" name="Google Shape;1178;p51"/>
          <p:cNvSpPr txBox="1"/>
          <p:nvPr/>
        </p:nvSpPr>
        <p:spPr>
          <a:xfrm>
            <a:off x="6022371"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b="0" i="0" u="none" strike="noStrike" cap="none">
                <a:solidFill>
                  <a:schemeClr val="dk1"/>
                </a:solidFill>
                <a:latin typeface="Inter Medium"/>
                <a:ea typeface="Inter Medium"/>
                <a:cs typeface="Inter Medium"/>
                <a:sym typeface="Inter Medium"/>
              </a:rPr>
              <a:t>3. Skills</a:t>
            </a:r>
            <a:endParaRPr sz="1400" b="0" i="0" u="none" strike="noStrike" cap="none">
              <a:solidFill>
                <a:srgbClr val="000000"/>
              </a:solidFill>
              <a:latin typeface="Inter Medium"/>
              <a:ea typeface="Inter Medium"/>
              <a:cs typeface="Inter Medium"/>
              <a:sym typeface="Inter Medium"/>
            </a:endParaRPr>
          </a:p>
        </p:txBody>
      </p:sp>
      <p:sp>
        <p:nvSpPr>
          <p:cNvPr id="1179" name="Google Shape;1179;p51"/>
          <p:cNvSpPr txBox="1"/>
          <p:nvPr/>
        </p:nvSpPr>
        <p:spPr>
          <a:xfrm>
            <a:off x="6022371"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b="0" i="0" u="none" strike="noStrike" cap="none">
                <a:solidFill>
                  <a:schemeClr val="dk1"/>
                </a:solidFill>
                <a:latin typeface="Arial"/>
                <a:ea typeface="Arial"/>
                <a:cs typeface="Arial"/>
                <a:sym typeface="Arial"/>
              </a:rPr>
              <a:t>Invest in improving digital skills and capacity.</a:t>
            </a:r>
            <a:endParaRPr sz="1100" b="0" i="0" u="none" strike="noStrike" cap="none">
              <a:solidFill>
                <a:schemeClr val="dk1"/>
              </a:solidFill>
              <a:latin typeface="Arial"/>
              <a:ea typeface="Arial"/>
              <a:cs typeface="Arial"/>
              <a:sym typeface="Arial"/>
            </a:endParaRPr>
          </a:p>
        </p:txBody>
      </p:sp>
      <p:pic>
        <p:nvPicPr>
          <p:cNvPr id="1180" name="Google Shape;1180;p51"/>
          <p:cNvPicPr preferRelativeResize="0"/>
          <p:nvPr/>
        </p:nvPicPr>
        <p:blipFill rotWithShape="1">
          <a:blip r:embed="rId6">
            <a:alphaModFix/>
          </a:blip>
          <a:srcRect/>
          <a:stretch/>
        </p:blipFill>
        <p:spPr>
          <a:xfrm>
            <a:off x="9088681" y="2591716"/>
            <a:ext cx="1674567" cy="1674567"/>
          </a:xfrm>
          <a:prstGeom prst="rect">
            <a:avLst/>
          </a:prstGeom>
          <a:noFill/>
          <a:ln>
            <a:noFill/>
          </a:ln>
        </p:spPr>
      </p:pic>
      <p:sp>
        <p:nvSpPr>
          <p:cNvPr id="1181" name="Google Shape;1181;p51"/>
          <p:cNvSpPr txBox="1"/>
          <p:nvPr/>
        </p:nvSpPr>
        <p:spPr>
          <a:xfrm>
            <a:off x="9079895"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b="0" i="0" u="none" strike="noStrike" cap="none">
                <a:solidFill>
                  <a:schemeClr val="dk1"/>
                </a:solidFill>
                <a:latin typeface="Inter Medium"/>
                <a:ea typeface="Inter Medium"/>
                <a:cs typeface="Inter Medium"/>
                <a:sym typeface="Inter Medium"/>
              </a:rPr>
              <a:t>4. Partnerships</a:t>
            </a:r>
            <a:endParaRPr sz="1400" b="0" i="0" u="none" strike="noStrike" cap="none">
              <a:solidFill>
                <a:srgbClr val="000000"/>
              </a:solidFill>
              <a:latin typeface="Inter Medium"/>
              <a:ea typeface="Inter Medium"/>
              <a:cs typeface="Inter Medium"/>
              <a:sym typeface="Inter Medium"/>
            </a:endParaRPr>
          </a:p>
        </p:txBody>
      </p:sp>
      <p:sp>
        <p:nvSpPr>
          <p:cNvPr id="1182" name="Google Shape;1182;p51"/>
          <p:cNvSpPr txBox="1"/>
          <p:nvPr/>
        </p:nvSpPr>
        <p:spPr>
          <a:xfrm>
            <a:off x="9079895"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b="0" i="0" u="none" strike="noStrike" cap="none">
                <a:solidFill>
                  <a:schemeClr val="dk1"/>
                </a:solidFill>
                <a:latin typeface="Arial"/>
                <a:ea typeface="Arial"/>
                <a:cs typeface="Arial"/>
                <a:sym typeface="Arial"/>
              </a:rPr>
              <a:t>Broaden impact through</a:t>
            </a:r>
            <a:br>
              <a:rPr lang="de-DE" sz="1100" b="0" i="0" u="none" strike="noStrike" cap="none">
                <a:solidFill>
                  <a:schemeClr val="dk1"/>
                </a:solidFill>
                <a:latin typeface="Arial"/>
                <a:ea typeface="Arial"/>
                <a:cs typeface="Arial"/>
                <a:sym typeface="Arial"/>
              </a:rPr>
            </a:br>
            <a:r>
              <a:rPr lang="de-DE" sz="1100" b="0" i="0" u="none" strike="noStrike" cap="none">
                <a:solidFill>
                  <a:schemeClr val="dk1"/>
                </a:solidFill>
                <a:latin typeface="Arial"/>
                <a:ea typeface="Arial"/>
                <a:cs typeface="Arial"/>
                <a:sym typeface="Arial"/>
              </a:rPr>
              <a:t>partnerships.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52"/>
          <p:cNvSpPr txBox="1">
            <a:spLocks noGrp="1"/>
          </p:cNvSpPr>
          <p:nvPr>
            <p:ph type="body" idx="1"/>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188" name="Google Shape;1188;p52"/>
          <p:cNvSpPr txBox="1">
            <a:spLocks noGrp="1"/>
          </p:cNvSpPr>
          <p:nvPr>
            <p:ph type="body" idx="2"/>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
        <p:nvSpPr>
          <p:cNvPr id="1189" name="Google Shape;1189;p52"/>
          <p:cNvSpPr txBox="1">
            <a:spLocks noGrp="1"/>
          </p:cNvSpPr>
          <p:nvPr>
            <p:ph type="body" idx="3"/>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300"/>
              <a:buNone/>
            </a:pPr>
            <a:r>
              <a:rPr lang="de-DE"/>
              <a:t>SUBTITLE</a:t>
            </a:r>
            <a:endParaRPr/>
          </a:p>
        </p:txBody>
      </p:sp>
      <p:sp>
        <p:nvSpPr>
          <p:cNvPr id="1190" name="Google Shape;1190;p52"/>
          <p:cNvSpPr txBox="1">
            <a:spLocks noGrp="1"/>
          </p:cNvSpPr>
          <p:nvPr>
            <p:ph type="body" idx="4"/>
          </p:nvPr>
        </p:nvSpPr>
        <p:spPr>
          <a:xfrm>
            <a:off x="249790" y="4008324"/>
            <a:ext cx="3560201" cy="18626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700"/>
              <a:buFont typeface="Arial"/>
              <a:buNone/>
            </a:pPr>
            <a:r>
              <a:rPr lang="de-DE"/>
              <a:t>SMALL TITLE</a:t>
            </a:r>
            <a:endParaRPr/>
          </a:p>
        </p:txBody>
      </p:sp>
      <p:sp>
        <p:nvSpPr>
          <p:cNvPr id="1191" name="Google Shape;1191;p52"/>
          <p:cNvSpPr txBox="1">
            <a:spLocks noGrp="1"/>
          </p:cNvSpPr>
          <p:nvPr>
            <p:ph type="body" idx="5"/>
          </p:nvPr>
        </p:nvSpPr>
        <p:spPr>
          <a:xfrm>
            <a:off x="154971" y="4319727"/>
            <a:ext cx="5676869" cy="7024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500"/>
              <a:buNone/>
            </a:pPr>
            <a:r>
              <a:rPr lang="de-DE">
                <a:latin typeface="Inter Medium"/>
                <a:ea typeface="Inter Medium"/>
                <a:cs typeface="Inter Medium"/>
                <a:sym typeface="Inter Medium"/>
              </a:rPr>
              <a:t>This is an introduction text.</a:t>
            </a:r>
            <a:r>
              <a:rPr lang="de-DE">
                <a:latin typeface="Arial"/>
                <a:ea typeface="Arial"/>
                <a:cs typeface="Arial"/>
                <a:sym typeface="Arial"/>
              </a:rPr>
              <a:t> </a:t>
            </a:r>
            <a:r>
              <a:rPr lang="de-DE"/>
              <a:t>Lorem ipsum dolor sit amet consectetur adipiscing elit. Quisque faucibus ex sapien vitae pellentesque sem placerat.</a:t>
            </a:r>
            <a:endParaRPr/>
          </a:p>
        </p:txBody>
      </p:sp>
      <p:sp>
        <p:nvSpPr>
          <p:cNvPr id="1192" name="Google Shape;1192;p52"/>
          <p:cNvSpPr txBox="1">
            <a:spLocks noGrp="1"/>
          </p:cNvSpPr>
          <p:nvPr>
            <p:ph type="body" idx="6"/>
          </p:nvPr>
        </p:nvSpPr>
        <p:spPr>
          <a:xfrm>
            <a:off x="154970" y="5187487"/>
            <a:ext cx="5676869" cy="1203788"/>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dk1"/>
              </a:buClr>
              <a:buSzPts val="1100"/>
              <a:buNone/>
            </a:pPr>
            <a:r>
              <a:rPr lang="de-DE">
                <a:latin typeface="Inter Medium"/>
                <a:ea typeface="Inter Medium"/>
                <a:cs typeface="Inter Medium"/>
                <a:sym typeface="Inter Medium"/>
              </a:rPr>
              <a:t>This is a body text.</a:t>
            </a:r>
            <a:r>
              <a:rPr lang="de-DE">
                <a:latin typeface="Arial"/>
                <a:ea typeface="Arial"/>
                <a:cs typeface="Arial"/>
                <a:sym typeface="Arial"/>
              </a:rPr>
              <a:t> </a:t>
            </a:r>
            <a:r>
              <a:rPr lang="de-DE"/>
              <a:t>Lorem ipsum dolor sit amet consectetur adipiscing elit. Quisque faucibus ex sapien vitae pellentesque sem placerat. In id cursus mi pretium tellus duis convallis. Tempus leo eu aenean sed diam urna tempor. </a:t>
            </a:r>
            <a:br>
              <a:rPr lang="de-DE"/>
            </a:br>
            <a:br>
              <a:rPr lang="de-DE"/>
            </a:br>
            <a:r>
              <a:rPr lang="de-DE"/>
              <a:t>Pulvinar vivamus fringilla lacus nec metus bibendum egestas. Iaculis massa nisl malesuada lacinia integer nunc posuere.</a:t>
            </a:r>
            <a:endParaRPr/>
          </a:p>
        </p:txBody>
      </p:sp>
      <p:sp>
        <p:nvSpPr>
          <p:cNvPr id="1193" name="Google Shape;1193;p52"/>
          <p:cNvSpPr txBox="1">
            <a:spLocks noGrp="1"/>
          </p:cNvSpPr>
          <p:nvPr>
            <p:ph type="body" idx="7"/>
          </p:nvPr>
        </p:nvSpPr>
        <p:spPr>
          <a:xfrm>
            <a:off x="6360161" y="4008324"/>
            <a:ext cx="3560201" cy="18626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700"/>
              <a:buFont typeface="Arial"/>
              <a:buNone/>
            </a:pPr>
            <a:r>
              <a:rPr lang="de-DE"/>
              <a:t>SMALL TITLE</a:t>
            </a:r>
            <a:endParaRPr/>
          </a:p>
        </p:txBody>
      </p:sp>
      <p:sp>
        <p:nvSpPr>
          <p:cNvPr id="1194" name="Google Shape;1194;p52"/>
          <p:cNvSpPr txBox="1">
            <a:spLocks noGrp="1"/>
          </p:cNvSpPr>
          <p:nvPr>
            <p:ph type="body" idx="8"/>
          </p:nvPr>
        </p:nvSpPr>
        <p:spPr>
          <a:xfrm>
            <a:off x="6265342" y="4319727"/>
            <a:ext cx="5676869" cy="7024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500"/>
              <a:buNone/>
            </a:pPr>
            <a:r>
              <a:rPr lang="de-DE">
                <a:latin typeface="Inter Medium"/>
                <a:ea typeface="Inter Medium"/>
                <a:cs typeface="Inter Medium"/>
                <a:sym typeface="Inter Medium"/>
              </a:rPr>
              <a:t>This is an introduction text.</a:t>
            </a:r>
            <a:r>
              <a:rPr lang="de-DE">
                <a:latin typeface="Arial"/>
                <a:ea typeface="Arial"/>
                <a:cs typeface="Arial"/>
                <a:sym typeface="Arial"/>
              </a:rPr>
              <a:t> </a:t>
            </a:r>
            <a:r>
              <a:rPr lang="de-DE"/>
              <a:t>Lorem ipsum dolor sit amet consectetur adipiscing elit. Quisque faucibus ex sapien vitae pellentesque sem placerat.</a:t>
            </a:r>
            <a:endParaRPr/>
          </a:p>
        </p:txBody>
      </p:sp>
      <p:sp>
        <p:nvSpPr>
          <p:cNvPr id="1195" name="Google Shape;1195;p52"/>
          <p:cNvSpPr txBox="1">
            <a:spLocks noGrp="1"/>
          </p:cNvSpPr>
          <p:nvPr>
            <p:ph type="body" idx="9"/>
          </p:nvPr>
        </p:nvSpPr>
        <p:spPr>
          <a:xfrm>
            <a:off x="6265341" y="5187487"/>
            <a:ext cx="5676869" cy="1203788"/>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dk1"/>
              </a:buClr>
              <a:buSzPts val="1100"/>
              <a:buNone/>
            </a:pPr>
            <a:r>
              <a:rPr lang="de-DE">
                <a:latin typeface="Inter Medium"/>
                <a:ea typeface="Inter Medium"/>
                <a:cs typeface="Inter Medium"/>
                <a:sym typeface="Inter Medium"/>
              </a:rPr>
              <a:t>This is a body text. </a:t>
            </a:r>
            <a:r>
              <a:rPr lang="de-DE"/>
              <a:t>Lorem ipsum dolor sit amet consectetur adipiscing elit. Quisque faucibus ex sapien vitae pellentesque sem placerat. In id cursus mi pretium tellus duis convallis. Tempus leo eu aenean sed diam urna tempor. </a:t>
            </a:r>
            <a:br>
              <a:rPr lang="de-DE"/>
            </a:br>
            <a:br>
              <a:rPr lang="de-DE"/>
            </a:br>
            <a:r>
              <a:rPr lang="de-DE"/>
              <a:t>Pulvinar vivamus fringilla lacus nec metus bibendum egestas. Iaculis massa nisl malesuada lacinia integer nunc posuere.</a:t>
            </a:r>
            <a:endParaRPr/>
          </a:p>
        </p:txBody>
      </p:sp>
      <p:sp>
        <p:nvSpPr>
          <p:cNvPr id="1196" name="Google Shape;1196;p52"/>
          <p:cNvSpPr txBox="1">
            <a:spLocks noGrp="1"/>
          </p:cNvSpPr>
          <p:nvPr>
            <p:ph type="body" idx="13"/>
          </p:nvPr>
        </p:nvSpPr>
        <p:spPr>
          <a:xfrm>
            <a:off x="144767" y="573084"/>
            <a:ext cx="4429239"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3000"/>
              <a:buNone/>
            </a:pPr>
            <a:r>
              <a:rPr lang="de-DE"/>
              <a:t>The Challenge.</a:t>
            </a:r>
            <a:endParaRPr/>
          </a:p>
        </p:txBody>
      </p:sp>
      <p:sp>
        <p:nvSpPr>
          <p:cNvPr id="1197" name="Google Shape;1197;p52"/>
          <p:cNvSpPr txBox="1">
            <a:spLocks noGrp="1"/>
          </p:cNvSpPr>
          <p:nvPr>
            <p:ph type="body" idx="14"/>
          </p:nvPr>
        </p:nvSpPr>
        <p:spPr>
          <a:xfrm>
            <a:off x="6265341" y="573084"/>
            <a:ext cx="4429239"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3000"/>
              <a:buNone/>
            </a:pPr>
            <a:r>
              <a:rPr lang="de-DE"/>
              <a:t>The Solution.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55"/>
          <p:cNvSpPr txBox="1">
            <a:spLocks noGrp="1"/>
          </p:cNvSpPr>
          <p:nvPr>
            <p:ph type="body" idx="1"/>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235" name="Google Shape;1235;p55"/>
          <p:cNvSpPr txBox="1">
            <a:spLocks noGrp="1"/>
          </p:cNvSpPr>
          <p:nvPr>
            <p:ph type="body" idx="2"/>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
        <p:nvSpPr>
          <p:cNvPr id="1236" name="Google Shape;1236;p55"/>
          <p:cNvSpPr txBox="1">
            <a:spLocks noGrp="1"/>
          </p:cNvSpPr>
          <p:nvPr>
            <p:ph type="body" idx="3"/>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300"/>
              <a:buNone/>
            </a:pPr>
            <a:r>
              <a:rPr lang="de-DE"/>
              <a:t>SUBTITLE</a:t>
            </a:r>
            <a:endParaRPr/>
          </a:p>
        </p:txBody>
      </p:sp>
      <p:sp>
        <p:nvSpPr>
          <p:cNvPr id="1237" name="Google Shape;1237;p55"/>
          <p:cNvSpPr txBox="1">
            <a:spLocks noGrp="1"/>
          </p:cNvSpPr>
          <p:nvPr>
            <p:ph type="body" idx="4"/>
          </p:nvPr>
        </p:nvSpPr>
        <p:spPr>
          <a:xfrm>
            <a:off x="163758" y="507041"/>
            <a:ext cx="7467561" cy="1166484"/>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2000"/>
              <a:buNone/>
            </a:pPr>
            <a:r>
              <a:rPr lang="de-DE">
                <a:latin typeface="Inter Medium"/>
                <a:ea typeface="Inter Medium"/>
                <a:cs typeface="Inter Medium"/>
                <a:sym typeface="Inter Medium"/>
              </a:rPr>
              <a:t>This is an introduction text. </a:t>
            </a:r>
            <a:r>
              <a:rPr lang="de-DE"/>
              <a:t>Lorem ipsum dolor sit amet consectetur adipiscing elit. Quisque faucibus ex sapien vitae pellentesque sem placerat.</a:t>
            </a:r>
            <a:endParaRPr/>
          </a:p>
        </p:txBody>
      </p:sp>
      <p:sp>
        <p:nvSpPr>
          <p:cNvPr id="1238" name="Google Shape;1238;p55"/>
          <p:cNvSpPr/>
          <p:nvPr/>
        </p:nvSpPr>
        <p:spPr>
          <a:xfrm>
            <a:off x="514350" y="2047875"/>
            <a:ext cx="3533700" cy="3533700"/>
          </a:xfrm>
          <a:prstGeom prst="ellipse">
            <a:avLst/>
          </a:prstGeom>
          <a:noFill/>
          <a:ln w="9525" cap="flat" cmpd="sng">
            <a:solidFill>
              <a:srgbClr val="3C3C3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9" name="Google Shape;1239;p55"/>
          <p:cNvSpPr txBox="1"/>
          <p:nvPr/>
        </p:nvSpPr>
        <p:spPr>
          <a:xfrm>
            <a:off x="1333499" y="5933143"/>
            <a:ext cx="18954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de-DE" sz="1000" b="0" i="0" u="none" strike="noStrike" cap="none">
                <a:solidFill>
                  <a:schemeClr val="dk1"/>
                </a:solidFill>
                <a:latin typeface="Space Grotesk"/>
                <a:ea typeface="Space Grotesk"/>
                <a:cs typeface="Space Grotesk"/>
                <a:sym typeface="Space Grotesk"/>
              </a:rPr>
              <a:t>SUBTITLE</a:t>
            </a:r>
            <a:endParaRPr sz="1000" b="0" i="0" u="none" strike="noStrike" cap="none">
              <a:solidFill>
                <a:schemeClr val="dk1"/>
              </a:solidFill>
              <a:latin typeface="Arial"/>
              <a:ea typeface="Arial"/>
              <a:cs typeface="Arial"/>
              <a:sym typeface="Arial"/>
            </a:endParaRPr>
          </a:p>
        </p:txBody>
      </p:sp>
      <p:sp>
        <p:nvSpPr>
          <p:cNvPr id="1240" name="Google Shape;1240;p55"/>
          <p:cNvSpPr txBox="1"/>
          <p:nvPr/>
        </p:nvSpPr>
        <p:spPr>
          <a:xfrm>
            <a:off x="1129064" y="3429000"/>
            <a:ext cx="2304344" cy="88906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6000"/>
              <a:buFont typeface="Arial"/>
              <a:buNone/>
            </a:pPr>
            <a:r>
              <a:rPr lang="de-DE" sz="6000" b="0" i="0" u="none" strike="noStrike" cap="none">
                <a:solidFill>
                  <a:schemeClr val="dk1"/>
                </a:solidFill>
                <a:latin typeface="Inter Medium"/>
                <a:ea typeface="Inter Medium"/>
                <a:cs typeface="Inter Medium"/>
                <a:sym typeface="Inter Medium"/>
              </a:rPr>
              <a:t>50%</a:t>
            </a:r>
            <a:endParaRPr sz="1400" b="0" i="0" u="none" strike="noStrike" cap="none">
              <a:solidFill>
                <a:srgbClr val="000000"/>
              </a:solidFill>
              <a:latin typeface="Inter Medium"/>
              <a:ea typeface="Inter Medium"/>
              <a:cs typeface="Inter Medium"/>
              <a:sym typeface="Inter Medium"/>
            </a:endParaRPr>
          </a:p>
        </p:txBody>
      </p:sp>
      <p:sp>
        <p:nvSpPr>
          <p:cNvPr id="1241" name="Google Shape;1241;p55"/>
          <p:cNvSpPr/>
          <p:nvPr/>
        </p:nvSpPr>
        <p:spPr>
          <a:xfrm>
            <a:off x="4329112" y="2047875"/>
            <a:ext cx="3533775" cy="3533775"/>
          </a:xfrm>
          <a:prstGeom prst="ellipse">
            <a:avLst/>
          </a:prstGeom>
          <a:noFill/>
          <a:ln w="9525" cap="flat" cmpd="sng">
            <a:solidFill>
              <a:srgbClr val="3C3C3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42" name="Google Shape;1242;p55"/>
          <p:cNvSpPr txBox="1"/>
          <p:nvPr/>
        </p:nvSpPr>
        <p:spPr>
          <a:xfrm>
            <a:off x="5148261" y="5933143"/>
            <a:ext cx="18954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de-DE" sz="1000" b="0" i="0" u="none" strike="noStrike" cap="none">
                <a:solidFill>
                  <a:schemeClr val="dk1"/>
                </a:solidFill>
                <a:latin typeface="Space Grotesk"/>
                <a:ea typeface="Space Grotesk"/>
                <a:cs typeface="Space Grotesk"/>
                <a:sym typeface="Space Grotesk"/>
              </a:rPr>
              <a:t>SUBTITLE</a:t>
            </a:r>
            <a:endParaRPr sz="1000" b="0" i="0" u="none" strike="noStrike" cap="none">
              <a:solidFill>
                <a:schemeClr val="dk1"/>
              </a:solidFill>
              <a:latin typeface="Arial"/>
              <a:ea typeface="Arial"/>
              <a:cs typeface="Arial"/>
              <a:sym typeface="Arial"/>
            </a:endParaRPr>
          </a:p>
        </p:txBody>
      </p:sp>
      <p:sp>
        <p:nvSpPr>
          <p:cNvPr id="1243" name="Google Shape;1243;p55"/>
          <p:cNvSpPr txBox="1"/>
          <p:nvPr/>
        </p:nvSpPr>
        <p:spPr>
          <a:xfrm>
            <a:off x="4943826" y="3429000"/>
            <a:ext cx="2304344" cy="88906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6000"/>
              <a:buFont typeface="Arial"/>
              <a:buNone/>
            </a:pPr>
            <a:r>
              <a:rPr lang="de-DE" sz="6000" b="0" i="0" u="none" strike="noStrike" cap="none">
                <a:solidFill>
                  <a:schemeClr val="dk1"/>
                </a:solidFill>
                <a:latin typeface="Inter Medium"/>
                <a:ea typeface="Inter Medium"/>
                <a:cs typeface="Inter Medium"/>
                <a:sym typeface="Inter Medium"/>
              </a:rPr>
              <a:t>50%</a:t>
            </a:r>
            <a:endParaRPr sz="1400" b="0" i="0" u="none" strike="noStrike" cap="none">
              <a:solidFill>
                <a:srgbClr val="000000"/>
              </a:solidFill>
              <a:latin typeface="Inter Medium"/>
              <a:ea typeface="Inter Medium"/>
              <a:cs typeface="Inter Medium"/>
              <a:sym typeface="Inter Medium"/>
            </a:endParaRPr>
          </a:p>
        </p:txBody>
      </p:sp>
      <p:sp>
        <p:nvSpPr>
          <p:cNvPr id="1244" name="Google Shape;1244;p55"/>
          <p:cNvSpPr/>
          <p:nvPr/>
        </p:nvSpPr>
        <p:spPr>
          <a:xfrm>
            <a:off x="8143874" y="2047875"/>
            <a:ext cx="3533775" cy="3533775"/>
          </a:xfrm>
          <a:prstGeom prst="ellipse">
            <a:avLst/>
          </a:prstGeom>
          <a:noFill/>
          <a:ln w="9525" cap="flat" cmpd="sng">
            <a:solidFill>
              <a:srgbClr val="3C3C3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45" name="Google Shape;1245;p55"/>
          <p:cNvSpPr txBox="1"/>
          <p:nvPr/>
        </p:nvSpPr>
        <p:spPr>
          <a:xfrm>
            <a:off x="8963023" y="5933143"/>
            <a:ext cx="18954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de-DE" sz="1000" b="0" i="0" u="none" strike="noStrike" cap="none">
                <a:solidFill>
                  <a:schemeClr val="dk1"/>
                </a:solidFill>
                <a:latin typeface="Space Grotesk"/>
                <a:ea typeface="Space Grotesk"/>
                <a:cs typeface="Space Grotesk"/>
                <a:sym typeface="Space Grotesk"/>
              </a:rPr>
              <a:t>SUBTITLE</a:t>
            </a:r>
            <a:endParaRPr sz="1000" b="0" i="0" u="none" strike="noStrike" cap="none">
              <a:solidFill>
                <a:schemeClr val="dk1"/>
              </a:solidFill>
              <a:latin typeface="Arial"/>
              <a:ea typeface="Arial"/>
              <a:cs typeface="Arial"/>
              <a:sym typeface="Arial"/>
            </a:endParaRPr>
          </a:p>
        </p:txBody>
      </p:sp>
      <p:sp>
        <p:nvSpPr>
          <p:cNvPr id="1246" name="Google Shape;1246;p55"/>
          <p:cNvSpPr txBox="1"/>
          <p:nvPr/>
        </p:nvSpPr>
        <p:spPr>
          <a:xfrm>
            <a:off x="8758588" y="3429000"/>
            <a:ext cx="2304344" cy="88906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6000"/>
              <a:buFont typeface="Arial"/>
              <a:buNone/>
            </a:pPr>
            <a:r>
              <a:rPr lang="de-DE" sz="6000" b="0" i="0" u="none" strike="noStrike" cap="none">
                <a:solidFill>
                  <a:schemeClr val="dk1"/>
                </a:solidFill>
                <a:latin typeface="Inter Medium"/>
                <a:ea typeface="Inter Medium"/>
                <a:cs typeface="Inter Medium"/>
                <a:sym typeface="Inter Medium"/>
              </a:rPr>
              <a:t>50%</a:t>
            </a:r>
            <a:endParaRPr sz="1400" b="0" i="0" u="none" strike="noStrike" cap="none">
              <a:solidFill>
                <a:srgbClr val="000000"/>
              </a:solidFill>
              <a:latin typeface="Inter Medium"/>
              <a:ea typeface="Inter Medium"/>
              <a:cs typeface="Inter Medium"/>
              <a:sym typeface="Inter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56"/>
          <p:cNvSpPr txBox="1">
            <a:spLocks noGrp="1"/>
          </p:cNvSpPr>
          <p:nvPr>
            <p:ph type="body" idx="1"/>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300"/>
              <a:buNone/>
            </a:pPr>
            <a:r>
              <a:rPr lang="de-DE"/>
              <a:t>SUBTITLE</a:t>
            </a:r>
            <a:endParaRPr/>
          </a:p>
        </p:txBody>
      </p:sp>
      <p:sp>
        <p:nvSpPr>
          <p:cNvPr id="1252" name="Google Shape;1252;p56"/>
          <p:cNvSpPr txBox="1">
            <a:spLocks noGrp="1"/>
          </p:cNvSpPr>
          <p:nvPr>
            <p:ph type="body" idx="2"/>
          </p:nvPr>
        </p:nvSpPr>
        <p:spPr>
          <a:xfrm>
            <a:off x="932425" y="2845869"/>
            <a:ext cx="2715650"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500"/>
              <a:buNone/>
            </a:pPr>
            <a:r>
              <a:rPr lang="de-DE"/>
              <a:t>Science.</a:t>
            </a:r>
            <a:endParaRPr/>
          </a:p>
        </p:txBody>
      </p:sp>
      <p:sp>
        <p:nvSpPr>
          <p:cNvPr id="1253" name="Google Shape;1253;p56"/>
          <p:cNvSpPr txBox="1">
            <a:spLocks noGrp="1"/>
          </p:cNvSpPr>
          <p:nvPr>
            <p:ph type="body" idx="3"/>
          </p:nvPr>
        </p:nvSpPr>
        <p:spPr>
          <a:xfrm>
            <a:off x="4599744" y="2845869"/>
            <a:ext cx="2715650"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500"/>
              <a:buNone/>
            </a:pPr>
            <a:r>
              <a:rPr lang="de-DE"/>
              <a:t>Engineering.</a:t>
            </a:r>
            <a:endParaRPr/>
          </a:p>
        </p:txBody>
      </p:sp>
      <p:sp>
        <p:nvSpPr>
          <p:cNvPr id="1254" name="Google Shape;1254;p56"/>
          <p:cNvSpPr txBox="1">
            <a:spLocks noGrp="1"/>
          </p:cNvSpPr>
          <p:nvPr>
            <p:ph type="body" idx="4"/>
          </p:nvPr>
        </p:nvSpPr>
        <p:spPr>
          <a:xfrm>
            <a:off x="8267063" y="2845869"/>
            <a:ext cx="2715650"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500"/>
              <a:buNone/>
            </a:pPr>
            <a:r>
              <a:rPr lang="de-DE"/>
              <a:t>Design.</a:t>
            </a:r>
            <a:endParaRPr/>
          </a:p>
        </p:txBody>
      </p:sp>
      <p:sp>
        <p:nvSpPr>
          <p:cNvPr id="1255" name="Google Shape;1255;p56"/>
          <p:cNvSpPr txBox="1">
            <a:spLocks noGrp="1"/>
          </p:cNvSpPr>
          <p:nvPr>
            <p:ph type="body" idx="5"/>
          </p:nvPr>
        </p:nvSpPr>
        <p:spPr>
          <a:xfrm>
            <a:off x="932426" y="3634439"/>
            <a:ext cx="2982350" cy="1118536"/>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lt1"/>
              </a:buClr>
              <a:buSzPts val="1100"/>
              <a:buNone/>
            </a:pPr>
            <a:r>
              <a:rPr lang="de-DE">
                <a:latin typeface="Inter Medium"/>
                <a:ea typeface="Inter Medium"/>
                <a:cs typeface="Inter Medium"/>
                <a:sym typeface="Inter Medium"/>
              </a:rPr>
              <a:t>This is a body text. </a:t>
            </a:r>
            <a:r>
              <a:rPr lang="de-DE"/>
              <a:t>Lorem ipsum dolor sit amet consectetur adipiscing elit. Quisque faucibus ex sapien vitae pellentesque sem placerat. In id cursus mi pretium tellus duis convallis. Tempus leo eu aenean sed diam urna tempor. </a:t>
            </a:r>
            <a:endParaRPr/>
          </a:p>
        </p:txBody>
      </p:sp>
      <p:sp>
        <p:nvSpPr>
          <p:cNvPr id="1256" name="Google Shape;1256;p56"/>
          <p:cNvSpPr txBox="1">
            <a:spLocks noGrp="1"/>
          </p:cNvSpPr>
          <p:nvPr>
            <p:ph type="body" idx="6"/>
          </p:nvPr>
        </p:nvSpPr>
        <p:spPr>
          <a:xfrm>
            <a:off x="4599744" y="3634439"/>
            <a:ext cx="2982350" cy="1118536"/>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lt1"/>
              </a:buClr>
              <a:buSzPts val="1100"/>
              <a:buNone/>
            </a:pPr>
            <a:r>
              <a:rPr lang="de-DE">
                <a:latin typeface="Inter Medium"/>
                <a:ea typeface="Inter Medium"/>
                <a:cs typeface="Inter Medium"/>
                <a:sym typeface="Inter Medium"/>
              </a:rPr>
              <a:t>This is a body text.</a:t>
            </a:r>
            <a:r>
              <a:rPr lang="de-DE">
                <a:latin typeface="Arial"/>
                <a:ea typeface="Arial"/>
                <a:cs typeface="Arial"/>
                <a:sym typeface="Arial"/>
              </a:rPr>
              <a:t> </a:t>
            </a:r>
            <a:r>
              <a:rPr lang="de-DE"/>
              <a:t>Lorem ipsum dolor sit amet consectetur adipiscing elit. Quisque faucibus ex sapien vitae pellentesque sem placerat. In id cursus mi pretium tellus duis convallis. Tempus leo eu aenean sed diam urna tempor. </a:t>
            </a:r>
            <a:endParaRPr/>
          </a:p>
        </p:txBody>
      </p:sp>
      <p:sp>
        <p:nvSpPr>
          <p:cNvPr id="1257" name="Google Shape;1257;p56"/>
          <p:cNvSpPr txBox="1">
            <a:spLocks noGrp="1"/>
          </p:cNvSpPr>
          <p:nvPr>
            <p:ph type="body" idx="7"/>
          </p:nvPr>
        </p:nvSpPr>
        <p:spPr>
          <a:xfrm>
            <a:off x="8267062" y="3634439"/>
            <a:ext cx="2982350" cy="1118536"/>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lt1"/>
              </a:buClr>
              <a:buSzPts val="1100"/>
              <a:buNone/>
            </a:pPr>
            <a:r>
              <a:rPr lang="de-DE">
                <a:latin typeface="Inter Medium"/>
                <a:ea typeface="Inter Medium"/>
                <a:cs typeface="Inter Medium"/>
                <a:sym typeface="Inter Medium"/>
              </a:rPr>
              <a:t>This is a body text. </a:t>
            </a:r>
            <a:r>
              <a:rPr lang="de-DE"/>
              <a:t>Lorem ipsum dolor sit amet consectetur adipiscing elit. Quisque faucibus ex sapien vitae pellentesque sem placerat. In id cursus mi pretium tellus duis convallis. Tempus leo eu aenean sed diam urna tempor. </a:t>
            </a:r>
            <a:endParaRPr/>
          </a:p>
        </p:txBody>
      </p:sp>
      <p:sp>
        <p:nvSpPr>
          <p:cNvPr id="1258" name="Google Shape;1258;p56"/>
          <p:cNvSpPr txBox="1">
            <a:spLocks noGrp="1"/>
          </p:cNvSpPr>
          <p:nvPr>
            <p:ph type="body" idx="8"/>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259" name="Google Shape;1259;p56"/>
          <p:cNvSpPr txBox="1">
            <a:spLocks noGrp="1"/>
          </p:cNvSpPr>
          <p:nvPr>
            <p:ph type="body" idx="9"/>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
        <p:nvSpPr>
          <p:cNvPr id="1260" name="Google Shape;1260;p56"/>
          <p:cNvSpPr/>
          <p:nvPr/>
        </p:nvSpPr>
        <p:spPr>
          <a:xfrm>
            <a:off x="1065139" y="3388544"/>
            <a:ext cx="81000" cy="81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1" name="Google Shape;1261;p56"/>
          <p:cNvSpPr/>
          <p:nvPr/>
        </p:nvSpPr>
        <p:spPr>
          <a:xfrm>
            <a:off x="1023864" y="3350444"/>
            <a:ext cx="160500" cy="160500"/>
          </a:xfrm>
          <a:prstGeom prst="ellipse">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2" name="Google Shape;1262;p56"/>
          <p:cNvSpPr/>
          <p:nvPr/>
        </p:nvSpPr>
        <p:spPr>
          <a:xfrm>
            <a:off x="4726744" y="3388544"/>
            <a:ext cx="81000" cy="81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3" name="Google Shape;1263;p56"/>
          <p:cNvSpPr/>
          <p:nvPr/>
        </p:nvSpPr>
        <p:spPr>
          <a:xfrm>
            <a:off x="4685469" y="3350444"/>
            <a:ext cx="160500" cy="160500"/>
          </a:xfrm>
          <a:prstGeom prst="ellipse">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4" name="Google Shape;1264;p56"/>
          <p:cNvSpPr/>
          <p:nvPr/>
        </p:nvSpPr>
        <p:spPr>
          <a:xfrm>
            <a:off x="8388349" y="3388544"/>
            <a:ext cx="81000" cy="81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5" name="Google Shape;1265;p56"/>
          <p:cNvSpPr/>
          <p:nvPr/>
        </p:nvSpPr>
        <p:spPr>
          <a:xfrm>
            <a:off x="8347074" y="3350444"/>
            <a:ext cx="160500" cy="160500"/>
          </a:xfrm>
          <a:prstGeom prst="ellipse">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1266" name="Google Shape;1266;p56"/>
          <p:cNvCxnSpPr>
            <a:stCxn id="1261" idx="2"/>
          </p:cNvCxnSpPr>
          <p:nvPr/>
        </p:nvCxnSpPr>
        <p:spPr>
          <a:xfrm rot="10800000">
            <a:off x="249864" y="3429194"/>
            <a:ext cx="774000" cy="1500"/>
          </a:xfrm>
          <a:prstGeom prst="straightConnector1">
            <a:avLst/>
          </a:prstGeom>
          <a:noFill/>
          <a:ln w="9525" cap="flat" cmpd="sng">
            <a:solidFill>
              <a:schemeClr val="lt1"/>
            </a:solidFill>
            <a:prstDash val="solid"/>
            <a:miter lim="800000"/>
            <a:headEnd type="none" w="sm" len="sm"/>
            <a:tailEnd type="none" w="sm" len="sm"/>
          </a:ln>
        </p:spPr>
      </p:cxnSp>
      <p:cxnSp>
        <p:nvCxnSpPr>
          <p:cNvPr id="1267" name="Google Shape;1267;p56"/>
          <p:cNvCxnSpPr>
            <a:stCxn id="1263" idx="2"/>
          </p:cNvCxnSpPr>
          <p:nvPr/>
        </p:nvCxnSpPr>
        <p:spPr>
          <a:xfrm rot="10800000">
            <a:off x="1184169" y="3429194"/>
            <a:ext cx="3501300" cy="1500"/>
          </a:xfrm>
          <a:prstGeom prst="straightConnector1">
            <a:avLst/>
          </a:prstGeom>
          <a:noFill/>
          <a:ln w="9525" cap="flat" cmpd="sng">
            <a:solidFill>
              <a:schemeClr val="lt1"/>
            </a:solidFill>
            <a:prstDash val="solid"/>
            <a:miter lim="800000"/>
            <a:headEnd type="none" w="sm" len="sm"/>
            <a:tailEnd type="none" w="sm" len="sm"/>
          </a:ln>
        </p:spPr>
      </p:cxnSp>
      <p:cxnSp>
        <p:nvCxnSpPr>
          <p:cNvPr id="1268" name="Google Shape;1268;p56"/>
          <p:cNvCxnSpPr/>
          <p:nvPr/>
        </p:nvCxnSpPr>
        <p:spPr>
          <a:xfrm rot="10800000">
            <a:off x="4845774" y="3429150"/>
            <a:ext cx="3501300" cy="1500"/>
          </a:xfrm>
          <a:prstGeom prst="straightConnector1">
            <a:avLst/>
          </a:prstGeom>
          <a:noFill/>
          <a:ln w="9525" cap="flat" cmpd="sng">
            <a:solidFill>
              <a:schemeClr val="lt1"/>
            </a:solidFill>
            <a:prstDash val="solid"/>
            <a:miter lim="800000"/>
            <a:headEnd type="none" w="sm" len="sm"/>
            <a:tailEnd type="none" w="sm" len="sm"/>
          </a:ln>
        </p:spPr>
      </p:cxnSp>
      <p:cxnSp>
        <p:nvCxnSpPr>
          <p:cNvPr id="1269" name="Google Shape;1269;p56"/>
          <p:cNvCxnSpPr/>
          <p:nvPr/>
        </p:nvCxnSpPr>
        <p:spPr>
          <a:xfrm rot="10800000">
            <a:off x="8507501" y="3429000"/>
            <a:ext cx="34347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73"/>
        <p:cNvGrpSpPr/>
        <p:nvPr/>
      </p:nvGrpSpPr>
      <p:grpSpPr>
        <a:xfrm>
          <a:off x="0" y="0"/>
          <a:ext cx="0" cy="0"/>
          <a:chOff x="0" y="0"/>
          <a:chExt cx="0" cy="0"/>
        </a:xfrm>
      </p:grpSpPr>
      <p:pic>
        <p:nvPicPr>
          <p:cNvPr id="1274" name="Google Shape;1274;p57" descr="Ein Bild, das Person, Menschliches Gesicht, Kleidung, Mann enthält.&#10;&#10;KI-generierte Inhalte können fehlerhaft sein."/>
          <p:cNvPicPr preferRelativeResize="0">
            <a:picLocks noGrp="1"/>
          </p:cNvPicPr>
          <p:nvPr>
            <p:ph type="pic" idx="2"/>
          </p:nvPr>
        </p:nvPicPr>
        <p:blipFill rotWithShape="1">
          <a:blip r:embed="rId3">
            <a:alphaModFix/>
          </a:blip>
          <a:srcRect t="324" b="324"/>
          <a:stretch/>
        </p:blipFill>
        <p:spPr>
          <a:xfrm>
            <a:off x="8372475" y="2028825"/>
            <a:ext cx="3568700" cy="4305300"/>
          </a:xfrm>
          <a:prstGeom prst="rect">
            <a:avLst/>
          </a:prstGeom>
          <a:noFill/>
          <a:ln>
            <a:noFill/>
          </a:ln>
        </p:spPr>
      </p:pic>
      <p:sp>
        <p:nvSpPr>
          <p:cNvPr id="1275" name="Google Shape;1275;p57"/>
          <p:cNvSpPr txBox="1">
            <a:spLocks noGrp="1"/>
          </p:cNvSpPr>
          <p:nvPr>
            <p:ph type="body" idx="1"/>
          </p:nvPr>
        </p:nvSpPr>
        <p:spPr>
          <a:xfrm>
            <a:off x="163440" y="4319974"/>
            <a:ext cx="5420326" cy="7024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500"/>
              <a:buNone/>
            </a:pPr>
            <a:r>
              <a:rPr lang="de-DE">
                <a:latin typeface="Inter Medium"/>
                <a:ea typeface="Inter Medium"/>
                <a:cs typeface="Inter Medium"/>
                <a:sym typeface="Inter Medium"/>
              </a:rPr>
              <a:t>This is an introduction text</a:t>
            </a:r>
            <a:r>
              <a:rPr lang="de-DE">
                <a:latin typeface="Arial"/>
                <a:ea typeface="Arial"/>
                <a:cs typeface="Arial"/>
                <a:sym typeface="Arial"/>
              </a:rPr>
              <a:t>. </a:t>
            </a:r>
            <a:r>
              <a:rPr lang="de-DE"/>
              <a:t>Lorem ipsum dolor sit amet consectetur adipiscing elit. Quisque faucibus ex sapien vitae pellentesque sem placerat.</a:t>
            </a:r>
            <a:endParaRPr/>
          </a:p>
        </p:txBody>
      </p:sp>
      <p:sp>
        <p:nvSpPr>
          <p:cNvPr id="1276" name="Google Shape;1276;p57"/>
          <p:cNvSpPr txBox="1">
            <a:spLocks noGrp="1"/>
          </p:cNvSpPr>
          <p:nvPr>
            <p:ph type="body" idx="3"/>
          </p:nvPr>
        </p:nvSpPr>
        <p:spPr>
          <a:xfrm>
            <a:off x="163439" y="5187734"/>
            <a:ext cx="5420328" cy="1229999"/>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dk1"/>
              </a:buClr>
              <a:buSzPts val="1100"/>
              <a:buNone/>
            </a:pPr>
            <a:r>
              <a:rPr lang="de-DE">
                <a:latin typeface="Inter Medium"/>
                <a:ea typeface="Inter Medium"/>
                <a:cs typeface="Inter Medium"/>
                <a:sym typeface="Inter Medium"/>
              </a:rPr>
              <a:t>This is a body text. </a:t>
            </a:r>
            <a:r>
              <a:rPr lang="de-DE"/>
              <a:t>Lorem ipsum dolor sit amet consectetur adipiscing elit. Quisque faucibus ex sapien vitae pellentesque sem placerat. In id cursus mi pretium tellus duis convallis. Tempus leo eu aenean sed diam urna tempor. </a:t>
            </a:r>
            <a:br>
              <a:rPr lang="de-DE"/>
            </a:br>
            <a:br>
              <a:rPr lang="de-DE"/>
            </a:br>
            <a:r>
              <a:rPr lang="de-DE"/>
              <a:t>Pulvinar vivamus fringilla lacus nec metus bibendum egestas. Iaculis massa nisl malesuada lacinia integer nunc posuere. </a:t>
            </a:r>
            <a:endParaRPr/>
          </a:p>
        </p:txBody>
      </p:sp>
      <p:sp>
        <p:nvSpPr>
          <p:cNvPr id="1277" name="Google Shape;1277;p57"/>
          <p:cNvSpPr txBox="1">
            <a:spLocks noGrp="1"/>
          </p:cNvSpPr>
          <p:nvPr>
            <p:ph type="body" idx="4"/>
          </p:nvPr>
        </p:nvSpPr>
        <p:spPr>
          <a:xfrm>
            <a:off x="249799" y="4051063"/>
            <a:ext cx="4223651" cy="18626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700"/>
              <a:buFont typeface="Arial"/>
              <a:buNone/>
            </a:pPr>
            <a:r>
              <a:rPr lang="de-DE"/>
              <a:t>ABOUT</a:t>
            </a:r>
            <a:endParaRPr/>
          </a:p>
        </p:txBody>
      </p:sp>
      <p:sp>
        <p:nvSpPr>
          <p:cNvPr id="1278" name="Google Shape;1278;p57"/>
          <p:cNvSpPr txBox="1">
            <a:spLocks noGrp="1"/>
          </p:cNvSpPr>
          <p:nvPr>
            <p:ph type="body" idx="5"/>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279" name="Google Shape;1279;p57"/>
          <p:cNvSpPr txBox="1">
            <a:spLocks noGrp="1"/>
          </p:cNvSpPr>
          <p:nvPr>
            <p:ph type="body" idx="6"/>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
        <p:nvSpPr>
          <p:cNvPr id="1280" name="Google Shape;1280;p57"/>
          <p:cNvSpPr txBox="1">
            <a:spLocks noGrp="1"/>
          </p:cNvSpPr>
          <p:nvPr>
            <p:ph type="body" idx="7"/>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300"/>
              <a:buNone/>
            </a:pPr>
            <a:r>
              <a:rPr lang="de-DE"/>
              <a:t>SUBTITLE</a:t>
            </a:r>
            <a:endParaRPr/>
          </a:p>
        </p:txBody>
      </p:sp>
      <p:pic>
        <p:nvPicPr>
          <p:cNvPr id="1281" name="Google Shape;1281;p57" descr="Ein Bild, das Grafiken, Muster, Design enthält.&#10;&#10;KI-generierte Inhalte können fehlerhaft sein."/>
          <p:cNvPicPr preferRelativeResize="0"/>
          <p:nvPr/>
        </p:nvPicPr>
        <p:blipFill rotWithShape="1">
          <a:blip r:embed="rId4">
            <a:alphaModFix/>
          </a:blip>
          <a:srcRect/>
          <a:stretch/>
        </p:blipFill>
        <p:spPr>
          <a:xfrm>
            <a:off x="11189252" y="260626"/>
            <a:ext cx="752058" cy="752058"/>
          </a:xfrm>
          <a:prstGeom prst="rect">
            <a:avLst/>
          </a:prstGeom>
          <a:noFill/>
          <a:ln>
            <a:noFill/>
          </a:ln>
        </p:spPr>
      </p:pic>
      <p:sp>
        <p:nvSpPr>
          <p:cNvPr id="1282" name="Google Shape;1282;p57"/>
          <p:cNvSpPr txBox="1"/>
          <p:nvPr/>
        </p:nvSpPr>
        <p:spPr>
          <a:xfrm>
            <a:off x="129623" y="598556"/>
            <a:ext cx="5728200" cy="11883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000000"/>
              </a:buClr>
              <a:buSzPts val="4450"/>
              <a:buFont typeface="Arial"/>
              <a:buNone/>
            </a:pPr>
            <a:r>
              <a:rPr lang="de-DE" sz="4450" b="0" i="0" u="none" strike="noStrike" cap="none">
                <a:solidFill>
                  <a:schemeClr val="dk1"/>
                </a:solidFill>
                <a:latin typeface="Inter Light"/>
                <a:ea typeface="Inter Light"/>
                <a:cs typeface="Inter Light"/>
                <a:sym typeface="Inter Light"/>
              </a:rPr>
              <a:t>Name</a:t>
            </a:r>
            <a:endParaRPr sz="1400" b="0" i="0" u="none" strike="noStrike" cap="none">
              <a:solidFill>
                <a:srgbClr val="000000"/>
              </a:solidFill>
              <a:latin typeface="Inter Light"/>
              <a:ea typeface="Inter Light"/>
              <a:cs typeface="Inter Light"/>
              <a:sym typeface="Inter Light"/>
            </a:endParaRPr>
          </a:p>
          <a:p>
            <a:pPr marL="0" marR="0" lvl="0" indent="0" algn="l" rtl="0">
              <a:lnSpc>
                <a:spcPct val="80000"/>
              </a:lnSpc>
              <a:spcBef>
                <a:spcPts val="0"/>
              </a:spcBef>
              <a:spcAft>
                <a:spcPts val="0"/>
              </a:spcAft>
              <a:buClr>
                <a:srgbClr val="000000"/>
              </a:buClr>
              <a:buSzPts val="4450"/>
              <a:buFont typeface="Arial"/>
              <a:buNone/>
            </a:pPr>
            <a:r>
              <a:rPr lang="de-DE" sz="4450" b="0" i="0" u="none" strike="noStrike" cap="none">
                <a:solidFill>
                  <a:schemeClr val="dk1"/>
                </a:solidFill>
                <a:latin typeface="Inter Light"/>
                <a:ea typeface="Inter Light"/>
                <a:cs typeface="Inter Light"/>
                <a:sym typeface="Inter Light"/>
              </a:rPr>
              <a:t>Person</a:t>
            </a:r>
            <a:endParaRPr sz="1400" b="0" i="0" u="none" strike="noStrike" cap="none">
              <a:solidFill>
                <a:srgbClr val="000000"/>
              </a:solidFill>
              <a:latin typeface="Inter Light"/>
              <a:ea typeface="Inter Light"/>
              <a:cs typeface="Inter Light"/>
              <a:sym typeface="Inter 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64"/>
          <p:cNvSpPr txBox="1">
            <a:spLocks noGrp="1"/>
          </p:cNvSpPr>
          <p:nvPr>
            <p:ph type="body" idx="1"/>
          </p:nvPr>
        </p:nvSpPr>
        <p:spPr>
          <a:xfrm>
            <a:off x="152400" y="2535723"/>
            <a:ext cx="6454912" cy="19008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6000"/>
              <a:buNone/>
            </a:pPr>
            <a:r>
              <a:rPr lang="de-DE"/>
              <a:t>Thank you.</a:t>
            </a:r>
            <a:endParaRPr/>
          </a:p>
        </p:txBody>
      </p:sp>
      <p:pic>
        <p:nvPicPr>
          <p:cNvPr id="1358" name="Google Shape;1358;p64"/>
          <p:cNvPicPr preferRelativeResize="0"/>
          <p:nvPr/>
        </p:nvPicPr>
        <p:blipFill rotWithShape="1">
          <a:blip r:embed="rId3">
            <a:alphaModFix/>
          </a:blip>
          <a:srcRect l="34688" r="-124"/>
          <a:stretch/>
        </p:blipFill>
        <p:spPr>
          <a:xfrm>
            <a:off x="253264" y="5803209"/>
            <a:ext cx="2076781" cy="843722"/>
          </a:xfrm>
          <a:prstGeom prst="rect">
            <a:avLst/>
          </a:prstGeom>
          <a:noFill/>
          <a:ln>
            <a:noFill/>
          </a:ln>
        </p:spPr>
      </p:pic>
      <p:pic>
        <p:nvPicPr>
          <p:cNvPr id="1359" name="Google Shape;1359;p64"/>
          <p:cNvPicPr preferRelativeResize="0"/>
          <p:nvPr/>
        </p:nvPicPr>
        <p:blipFill rotWithShape="1">
          <a:blip r:embed="rId4">
            <a:alphaModFix/>
          </a:blip>
          <a:srcRect/>
          <a:stretch/>
        </p:blipFill>
        <p:spPr>
          <a:xfrm>
            <a:off x="11189252" y="260626"/>
            <a:ext cx="752058" cy="752058"/>
          </a:xfrm>
          <a:prstGeom prst="rect">
            <a:avLst/>
          </a:prstGeom>
          <a:noFill/>
          <a:ln>
            <a:noFill/>
          </a:ln>
        </p:spPr>
      </p:pic>
      <p:sp>
        <p:nvSpPr>
          <p:cNvPr id="1360" name="Google Shape;1360;p64"/>
          <p:cNvSpPr txBox="1"/>
          <p:nvPr/>
        </p:nvSpPr>
        <p:spPr>
          <a:xfrm>
            <a:off x="10932796" y="6344117"/>
            <a:ext cx="1173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92783"/>
              </a:lnSpc>
              <a:spcBef>
                <a:spcPts val="0"/>
              </a:spcBef>
              <a:spcAft>
                <a:spcPts val="0"/>
              </a:spcAft>
              <a:buClr>
                <a:srgbClr val="000000"/>
              </a:buClr>
              <a:buSzPts val="970"/>
              <a:buFont typeface="Arial"/>
              <a:buNone/>
            </a:pPr>
            <a:r>
              <a:rPr lang="de-DE" sz="970" b="0" i="0" u="none" strike="noStrike" cap="none">
                <a:solidFill>
                  <a:schemeClr val="lt1"/>
                </a:solidFill>
                <a:latin typeface="Space Grotesk"/>
                <a:ea typeface="Space Grotesk"/>
                <a:cs typeface="Space Grotesk"/>
                <a:sym typeface="Space Grotesk"/>
              </a:rPr>
              <a:t>FIND OUT MORE AT DATA.4TU.NL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Main Title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29100"/>
      </a:accent5>
      <a:accent6>
        <a:srgbClr val="F29100"/>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troduction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xt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29100"/>
      </a:accent5>
      <a:accent6>
        <a:srgbClr val="F29100"/>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Data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tra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nd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29100"/>
      </a:accent5>
      <a:accent6>
        <a:srgbClr val="F29100"/>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572</TotalTime>
  <Words>3845</Words>
  <Application>Microsoft Office PowerPoint</Application>
  <PresentationFormat>Widescreen</PresentationFormat>
  <Paragraphs>561</Paragraphs>
  <Slides>47</Slides>
  <Notes>40</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47</vt:i4>
      </vt:variant>
    </vt:vector>
  </HeadingPairs>
  <TitlesOfParts>
    <vt:vector size="59" baseType="lpstr">
      <vt:lpstr>Arial</vt:lpstr>
      <vt:lpstr>Inter Bold</vt:lpstr>
      <vt:lpstr>Space Grotesk</vt:lpstr>
      <vt:lpstr>Inter</vt:lpstr>
      <vt:lpstr>Inter Light</vt:lpstr>
      <vt:lpstr>Inter Medium</vt:lpstr>
      <vt:lpstr>Main Title Slides</vt:lpstr>
      <vt:lpstr>Introduction Slides</vt:lpstr>
      <vt:lpstr>Text Slides</vt:lpstr>
      <vt:lpstr>Data Slides</vt:lpstr>
      <vt:lpstr>Extra Slides</vt:lpstr>
      <vt:lpstr>End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Jenny Maria Gehrigk</dc:creator>
  <cp:lastModifiedBy>Leila Iñigo de la Cruz</cp:lastModifiedBy>
  <cp:revision>1</cp:revision>
  <dcterms:created xsi:type="dcterms:W3CDTF">2026-02-18T14:27:57Z</dcterms:created>
  <dcterms:modified xsi:type="dcterms:W3CDTF">2026-05-12T12:14:34Z</dcterms:modified>
</cp:coreProperties>
</file>